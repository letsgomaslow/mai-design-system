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84f6e096bfb4f86" /><Relationship Type="http://schemas.openxmlformats.org/officeDocument/2006/relationships/extended-properties" Target="/docProps/app.xml" Id="R24bd7dd247f940d2" /><Relationship Type="http://schemas.openxmlformats.org/officeDocument/2006/relationships/officeDocument" Target="/ppt/presentation.xml" Id="R376d4a2ce6ec41d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d702a1fd4a547b3"/>
    <p:sldMasterId xmlns:r="http://schemas.openxmlformats.org/officeDocument/2006/relationships" id="2147483650" r:id="R523a98e814fb4622"/>
  </p:sldMasterIdLst>
  <p:notesMasterIdLst>
    <p:notesMasterId xmlns:r="http://schemas.openxmlformats.org/officeDocument/2006/relationships" r:id="Rd915006c725040ad"/>
  </p:notesMasterIdLst>
  <p:sldIdLst>
    <p:sldId xmlns:r="http://schemas.openxmlformats.org/officeDocument/2006/relationships" id="256" r:id="R7dcc0a5fd1064718"/>
    <p:sldId xmlns:r="http://schemas.openxmlformats.org/officeDocument/2006/relationships" id="257" r:id="R676bbcbffcf04c22"/>
    <p:sldId xmlns:r="http://schemas.openxmlformats.org/officeDocument/2006/relationships" id="258" r:id="Rbd528405bff74865"/>
    <p:sldId xmlns:r="http://schemas.openxmlformats.org/officeDocument/2006/relationships" id="259" r:id="R6ca6a983e8954cbe"/>
    <p:sldId xmlns:r="http://schemas.openxmlformats.org/officeDocument/2006/relationships" id="260" r:id="Rddfdeabb2f804fa0"/>
    <p:sldId xmlns:r="http://schemas.openxmlformats.org/officeDocument/2006/relationships" id="261" r:id="Rb1c0f70ee2524a3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79051a1cc18495b" /><Relationship Type="http://schemas.openxmlformats.org/officeDocument/2006/relationships/slideMaster" Target="/ppt/slideMasters/slideMaster1.xml" Id="R8d702a1fd4a547b3" /><Relationship Type="http://schemas.openxmlformats.org/officeDocument/2006/relationships/slideMaster" Target="/ppt/slideMasters/slideMaster2.xml" Id="R523a98e814fb4622" /><Relationship Type="http://schemas.openxmlformats.org/officeDocument/2006/relationships/notesMaster" Target="/ppt/notesMasters/notesMaster1.xml" Id="Rd915006c725040ad" /><Relationship Type="http://schemas.openxmlformats.org/officeDocument/2006/relationships/presProps" Target="/ppt/presProps.xml" Id="R574e2d2a9fa544d5" /><Relationship Type="http://schemas.openxmlformats.org/officeDocument/2006/relationships/tableStyles" Target="/ppt/tableStyles.xml" Id="Ra99e2bf137bb4a8f" /><Relationship Type="http://schemas.openxmlformats.org/officeDocument/2006/relationships/slide" Target="/ppt/slides/slide1.xml" Id="R7dcc0a5fd1064718" /><Relationship Type="http://schemas.openxmlformats.org/officeDocument/2006/relationships/slide" Target="/ppt/slides/slide2.xml" Id="R676bbcbffcf04c22" /><Relationship Type="http://schemas.openxmlformats.org/officeDocument/2006/relationships/slide" Target="/ppt/slides/slide3.xml" Id="Rbd528405bff74865" /><Relationship Type="http://schemas.openxmlformats.org/officeDocument/2006/relationships/slide" Target="/ppt/slides/slide4.xml" Id="R6ca6a983e8954cbe" /><Relationship Type="http://schemas.openxmlformats.org/officeDocument/2006/relationships/slide" Target="/ppt/slides/slide5.xml" Id="Rddfdeabb2f804fa0" /><Relationship Type="http://schemas.openxmlformats.org/officeDocument/2006/relationships/slide" Target="/ppt/slides/slide6.xml" Id="Rb1c0f70ee2524a3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2f25a8417b42425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ChatGPT">
  <a:themeElements>
    <a:clrScheme name="Maslow Brand OS 1.1.0">
      <a:dk1>
        <a:srgbClr val="333333"/>
      </a:dk1>
      <a:lt1>
        <a:srgbClr val="FFFFFF"/>
      </a:lt1>
      <a:dk2>
        <a:srgbClr val="121D35"/>
      </a:dk2>
      <a:lt2>
        <a:srgbClr val="E1E1E1"/>
      </a:lt2>
      <a:accent1>
        <a:srgbClr val="192332"/>
      </a:accent1>
      <a:accent2>
        <a:srgbClr val="73C1AE"/>
      </a:accent2>
      <a:accent3>
        <a:srgbClr val="654C8F"/>
      </a:accent3>
      <a:accent4>
        <a:srgbClr val="EBA93D"/>
      </a:accent4>
      <a:accent5>
        <a:srgbClr val="EE7BB3"/>
      </a:accent5>
      <a:accent6>
        <a:srgbClr val="FFF860"/>
      </a:accent6>
      <a:hlink>
        <a:srgbClr val="9D4B8E"/>
      </a:hlink>
      <a:folHlink>
        <a:srgbClr val="654C8F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Maslow Brand OS 1.1.0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40bf20782114951" /><Relationship Type="http://schemas.openxmlformats.org/officeDocument/2006/relationships/notesMaster" Target="/ppt/notesMasters/notesMaster1.xml" Id="Rf10ee0e06f414b8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6e3d7d2653b405c" /><Relationship Type="http://schemas.openxmlformats.org/officeDocument/2006/relationships/notesMaster" Target="/ppt/notesMasters/notesMaster1.xml" Id="R3c67beafcf67465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a44dda8d96f491f" /><Relationship Type="http://schemas.openxmlformats.org/officeDocument/2006/relationships/notesMaster" Target="/ppt/notesMasters/notesMaster1.xml" Id="R027edbabf2354e1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a8ee47ef3ec4346" /><Relationship Type="http://schemas.openxmlformats.org/officeDocument/2006/relationships/notesMaster" Target="/ppt/notesMasters/notesMaster1.xml" Id="Rb9e63876260549f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efaae74ef29452d" /><Relationship Type="http://schemas.openxmlformats.org/officeDocument/2006/relationships/notesMaster" Target="/ppt/notesMasters/notesMaster1.xml" Id="Rcc056c891bb44bc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7f1f85619714cab" /><Relationship Type="http://schemas.openxmlformats.org/officeDocument/2006/relationships/notesMaster" Target="/ppt/notesMasters/notesMaster1.xml" Id="Ree9ef8e9e6e6439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Layout 01 Title. Replace all variables. Keep the external position intact unless an approved campaign brief requires a narrower headline.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Layout 02 Section. The pink rule is a small signal. Keep all readable text in navy, white, teal, or accessible purple.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Layout 03 Content. Each row names the waiting workflow, responsible owner, and deliverable. Keep one communication job on the slide.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Layout 04 Evidence. Every claim requires production, modeled, illustrative, or in_preparation plus a source. Put longer provenance here in speaker notes.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Layout 05 Quote. Do not release an unsourced quote. If the quote is an illustrative writing pattern, label it illustrative on the slide.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Layout 06 Closing. End on one explicit next action. The action is navy on white; pink remains a small signal.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49e24b17b847e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bbfb9834345647e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b162032b895b4d6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9d16806dd0b947a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e9dddb0f12b1468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0fc9558712ec4b7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99259d03e9674f3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>
  <p:cSld name="01 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01 Title background">
            <a:extLst xmlns:a="http://schemas.openxmlformats.org/drawingml/2006/main">
              <a:ext uri="{FF2B5EF4-FFF2-40B4-BE49-F238E27FC236}">
                <a16:creationId xmlns:a16="http://schemas.microsoft.com/office/drawing/2014/main" id="{20DBBF28-D20D-4828-AD77-BA2B3A35E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D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01 Title title 0">
            <a:extLst xmlns:a="http://schemas.openxmlformats.org/drawingml/2006/main">
              <a:ext uri="{FF2B5EF4-FFF2-40B4-BE49-F238E27FC236}">
                <a16:creationId xmlns:a16="http://schemas.microsoft.com/office/drawing/2014/main" id="{9F8EED44-119A-4B7A-8BB9-A126E9F359AD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876300" y="2571750"/>
            <a:ext cx="9715500" cy="20955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{{TITLE}}</a:t>
            </a:r>
          </a:p>
        </p:txBody>
      </p:sp>
      <p:sp>
        <p:nvSpPr>
          <p:cNvPr id="4" name="01 Title subtitle 0">
            <a:extLst xmlns:a="http://schemas.openxmlformats.org/drawingml/2006/main">
              <a:ext uri="{FF2B5EF4-FFF2-40B4-BE49-F238E27FC236}">
                <a16:creationId xmlns:a16="http://schemas.microsoft.com/office/drawing/2014/main" id="{A4962A81-4D48-4EA7-AC1F-127FD6AF2FC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76300" y="4876800"/>
            <a:ext cx="8572500" cy="6667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{{SUBTITLE}}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>
  <p:cSld name="02 Sec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02 Section background">
            <a:extLst xmlns:a="http://schemas.openxmlformats.org/drawingml/2006/main">
              <a:ext uri="{FF2B5EF4-FFF2-40B4-BE49-F238E27FC236}">
                <a16:creationId xmlns:a16="http://schemas.microsoft.com/office/drawing/2014/main" id="{AAA46565-7D66-4390-80A9-A17D86F96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D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02 Section title 0">
            <a:extLst xmlns:a="http://schemas.openxmlformats.org/drawingml/2006/main">
              <a:ext uri="{FF2B5EF4-FFF2-40B4-BE49-F238E27FC236}">
                <a16:creationId xmlns:a16="http://schemas.microsoft.com/office/drawing/2014/main" id="{B033E4C9-0E65-418F-842D-E1BBF1AD4638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876300" y="4095750"/>
            <a:ext cx="9048750" cy="12382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{{TITLE}}</a:t>
            </a:r>
          </a:p>
        </p:txBody>
      </p:sp>
      <p:sp>
        <p:nvSpPr>
          <p:cNvPr id="4" name="02 Section subtitle 0">
            <a:extLst xmlns:a="http://schemas.openxmlformats.org/drawingml/2006/main">
              <a:ext uri="{FF2B5EF4-FFF2-40B4-BE49-F238E27FC236}">
                <a16:creationId xmlns:a16="http://schemas.microsoft.com/office/drawing/2014/main" id="{0FD5675B-9BD4-4CF8-9F8A-8870E32A3F0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76300" y="3676650"/>
            <a:ext cx="6191250" cy="3238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{{SUBTITLE}}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>
  <p:cSld name="03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03 Content background">
            <a:extLst xmlns:a="http://schemas.openxmlformats.org/drawingml/2006/main">
              <a:ext uri="{FF2B5EF4-FFF2-40B4-BE49-F238E27FC236}">
                <a16:creationId xmlns:a16="http://schemas.microsoft.com/office/drawing/2014/main" id="{3FCA4B28-0A5D-4602-86A8-A3983AB5E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03 Content title 0">
            <a:extLst xmlns:a="http://schemas.openxmlformats.org/drawingml/2006/main">
              <a:ext uri="{FF2B5EF4-FFF2-40B4-BE49-F238E27FC236}">
                <a16:creationId xmlns:a16="http://schemas.microsoft.com/office/drawing/2014/main" id="{C0454D5B-E70E-48C5-A832-656ADC2B2F8F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876300" y="971550"/>
            <a:ext cx="9810750" cy="7810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{{TITLE}}</a:t>
            </a:r>
          </a:p>
        </p:txBody>
      </p:sp>
      <p:sp>
        <p:nvSpPr>
          <p:cNvPr id="4" name="03 Content body 0">
            <a:extLst xmlns:a="http://schemas.openxmlformats.org/drawingml/2006/main">
              <a:ext uri="{FF2B5EF4-FFF2-40B4-BE49-F238E27FC236}">
                <a16:creationId xmlns:a16="http://schemas.microsoft.com/office/drawing/2014/main" id="{ABAA0750-67D1-4E43-A33A-0E1BA378B0B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76300" y="2000250"/>
            <a:ext cx="9810750" cy="34290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{{BODY}}</a:t>
            </a:r>
          </a:p>
        </p:txBody>
      </p:sp>
    </p:spTree>
  </p:cSld>
</p:sldLayout>
</file>

<file path=ppt/slideLayouts/slideLayout5.xml><?xml version="1.0" encoding="utf-8"?>
<p:sldLayout xmlns:p="http://schemas.openxmlformats.org/presentationml/2006/main">
  <p:cSld name="04 Evidenc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04 Evidence background">
            <a:extLst xmlns:a="http://schemas.openxmlformats.org/drawingml/2006/main">
              <a:ext uri="{FF2B5EF4-FFF2-40B4-BE49-F238E27FC236}">
                <a16:creationId xmlns:a16="http://schemas.microsoft.com/office/drawing/2014/main" id="{2AD15725-EDA9-4418-8568-C0304811D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1D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04 Evidence title 0">
            <a:extLst xmlns:a="http://schemas.openxmlformats.org/drawingml/2006/main">
              <a:ext uri="{FF2B5EF4-FFF2-40B4-BE49-F238E27FC236}">
                <a16:creationId xmlns:a16="http://schemas.microsoft.com/office/drawing/2014/main" id="{4221883D-3F27-4EA7-8944-B2261151B808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876300" y="971550"/>
            <a:ext cx="9810750" cy="7810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{{TITLE}}</a:t>
            </a:r>
          </a:p>
        </p:txBody>
      </p:sp>
      <p:sp>
        <p:nvSpPr>
          <p:cNvPr id="4" name="04 Evidence body 0">
            <a:extLst xmlns:a="http://schemas.openxmlformats.org/drawingml/2006/main">
              <a:ext uri="{FF2B5EF4-FFF2-40B4-BE49-F238E27FC236}">
                <a16:creationId xmlns:a16="http://schemas.microsoft.com/office/drawing/2014/main" id="{B9752C44-A4E9-4D40-BC67-3CF416456D8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76300" y="2190750"/>
            <a:ext cx="9810750" cy="31432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{{BODY}}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>
  <p:cSld name="05 Quot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05 Quote background">
            <a:extLst xmlns:a="http://schemas.openxmlformats.org/drawingml/2006/main">
              <a:ext uri="{FF2B5EF4-FFF2-40B4-BE49-F238E27FC236}">
                <a16:creationId xmlns:a16="http://schemas.microsoft.com/office/drawing/2014/main" id="{BF335948-3450-412D-B5EC-14415DE26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7F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05 Quote title 0">
            <a:extLst xmlns:a="http://schemas.openxmlformats.org/drawingml/2006/main">
              <a:ext uri="{FF2B5EF4-FFF2-40B4-BE49-F238E27FC236}">
                <a16:creationId xmlns:a16="http://schemas.microsoft.com/office/drawing/2014/main" id="{7A24F30E-C28A-4018-8226-504196E5E370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1238250" y="2190750"/>
            <a:ext cx="9525000" cy="21907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{{TITLE}}</a:t>
            </a:r>
          </a:p>
        </p:txBody>
      </p:sp>
      <p:sp>
        <p:nvSpPr>
          <p:cNvPr id="4" name="05 Quote subtitle 0">
            <a:extLst xmlns:a="http://schemas.openxmlformats.org/drawingml/2006/main">
              <a:ext uri="{FF2B5EF4-FFF2-40B4-BE49-F238E27FC236}">
                <a16:creationId xmlns:a16="http://schemas.microsoft.com/office/drawing/2014/main" id="{08CF1993-1501-45B7-9DF0-E9C07F39E0F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38250" y="4667250"/>
            <a:ext cx="8572500" cy="6667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{{SUBTITLE}}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>
  <p:cSld name="06 Closing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06 Closing background">
            <a:extLst xmlns:a="http://schemas.openxmlformats.org/drawingml/2006/main">
              <a:ext uri="{FF2B5EF4-FFF2-40B4-BE49-F238E27FC236}">
                <a16:creationId xmlns:a16="http://schemas.microsoft.com/office/drawing/2014/main" id="{8EC585C5-D010-4C20-80BA-48BB32D89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06 Closing title 0">
            <a:extLst xmlns:a="http://schemas.openxmlformats.org/drawingml/2006/main">
              <a:ext uri="{FF2B5EF4-FFF2-40B4-BE49-F238E27FC236}">
                <a16:creationId xmlns:a16="http://schemas.microsoft.com/office/drawing/2014/main" id="{8621D023-12F4-40BF-AF43-9D57242BA28C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876300" y="2095500"/>
            <a:ext cx="9715500" cy="16192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{{TITLE}}</a:t>
            </a:r>
          </a:p>
        </p:txBody>
      </p:sp>
      <p:sp>
        <p:nvSpPr>
          <p:cNvPr id="4" name="06 Closing subtitle 0">
            <a:extLst xmlns:a="http://schemas.openxmlformats.org/drawingml/2006/main">
              <a:ext uri="{FF2B5EF4-FFF2-40B4-BE49-F238E27FC236}">
                <a16:creationId xmlns:a16="http://schemas.microsoft.com/office/drawing/2014/main" id="{950B20E8-3CAD-429D-AC13-24E17CB8CC8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76300" y="4095750"/>
            <a:ext cx="6667500" cy="70485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{{SUBTITLE}}</a:t>
            </a: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7e82eb105f54d1a" /><Relationship Type="http://schemas.openxmlformats.org/officeDocument/2006/relationships/slideLayout" Target="/ppt/slideLayouts/slideLayout1.xml" Id="R8d9edc4a2278453a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ca6228b04f784a03" /><Relationship Type="http://schemas.openxmlformats.org/officeDocument/2006/relationships/slideLayout" Target="/ppt/slideLayouts/slideLayout2.xml" Id="R52cec01fb9e14b07" /><Relationship Type="http://schemas.openxmlformats.org/officeDocument/2006/relationships/slideLayout" Target="/ppt/slideLayouts/slideLayout3.xml" Id="R3e8aa733ece7470d" /><Relationship Type="http://schemas.openxmlformats.org/officeDocument/2006/relationships/slideLayout" Target="/ppt/slideLayouts/slideLayout4.xml" Id="R99b1d8eac67942bb" /><Relationship Type="http://schemas.openxmlformats.org/officeDocument/2006/relationships/slideLayout" Target="/ppt/slideLayouts/slideLayout5.xml" Id="Ra204d9c65ecc4a8e" /><Relationship Type="http://schemas.openxmlformats.org/officeDocument/2006/relationships/slideLayout" Target="/ppt/slideLayouts/slideLayout6.xml" Id="R1fbc9405f2144821" /><Relationship Type="http://schemas.openxmlformats.org/officeDocument/2006/relationships/slideLayout" Target="/ppt/slideLayouts/slideLayout7.xml" Id="R987f9a7a4f2d411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d9edc4a2278453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Maslow Brand Master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1" r:id="R52cec01fb9e14b07"/>
    <p:sldLayoutId xmlns:r="http://schemas.openxmlformats.org/officeDocument/2006/relationships" id="2147483652" r:id="R3e8aa733ece7470d"/>
    <p:sldLayoutId xmlns:r="http://schemas.openxmlformats.org/officeDocument/2006/relationships" id="2147483653" r:id="R99b1d8eac67942bb"/>
    <p:sldLayoutId xmlns:r="http://schemas.openxmlformats.org/officeDocument/2006/relationships" id="2147483654" r:id="Ra204d9c65ecc4a8e"/>
    <p:sldLayoutId xmlns:r="http://schemas.openxmlformats.org/officeDocument/2006/relationships" id="2147483655" r:id="R1fbc9405f2144821"/>
    <p:sldLayoutId xmlns:r="http://schemas.openxmlformats.org/officeDocument/2006/relationships" id="2147483656" r:id="R987f9a7a4f2d411d"/>
  </p:sldLayoutIdLst>
</p:sldMaster>
</file>

<file path=ppt/slideMasters/theme/theme2.xml><?xml version="1.0" encoding="utf-8"?>
<a:theme xmlns:a="http://schemas.openxmlformats.org/drawingml/2006/main" name="ChatGPT">
  <a:themeElements>
    <a:clrScheme name="Maslow Brand OS 1.1.0">
      <a:dk1>
        <a:srgbClr val="333333"/>
      </a:dk1>
      <a:lt1>
        <a:srgbClr val="FFFFFF"/>
      </a:lt1>
      <a:dk2>
        <a:srgbClr val="121D35"/>
      </a:dk2>
      <a:lt2>
        <a:srgbClr val="E1E1E1"/>
      </a:lt2>
      <a:accent1>
        <a:srgbClr val="192332"/>
      </a:accent1>
      <a:accent2>
        <a:srgbClr val="73C1AE"/>
      </a:accent2>
      <a:accent3>
        <a:srgbClr val="654C8F"/>
      </a:accent3>
      <a:accent4>
        <a:srgbClr val="EBA93D"/>
      </a:accent4>
      <a:accent5>
        <a:srgbClr val="EE7BB3"/>
      </a:accent5>
      <a:accent6>
        <a:srgbClr val="FFF860"/>
      </a:accent6>
      <a:hlink>
        <a:srgbClr val="9D4B8E"/>
      </a:hlink>
      <a:folHlink>
        <a:srgbClr val="654C8F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Maslow Brand OS 1.1.0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ChatGPT">
  <a:themeElements>
    <a:clrScheme name="Maslow Brand OS 1.1.0">
      <a:dk1>
        <a:srgbClr val="333333"/>
      </a:dk1>
      <a:lt1>
        <a:srgbClr val="FFFFFF"/>
      </a:lt1>
      <a:dk2>
        <a:srgbClr val="121D35"/>
      </a:dk2>
      <a:lt2>
        <a:srgbClr val="E1E1E1"/>
      </a:lt2>
      <a:accent1>
        <a:srgbClr val="192332"/>
      </a:accent1>
      <a:accent2>
        <a:srgbClr val="73C1AE"/>
      </a:accent2>
      <a:accent3>
        <a:srgbClr val="654C8F"/>
      </a:accent3>
      <a:accent4>
        <a:srgbClr val="EBA93D"/>
      </a:accent4>
      <a:accent5>
        <a:srgbClr val="EE7BB3"/>
      </a:accent5>
      <a:accent6>
        <a:srgbClr val="FFF860"/>
      </a:accent6>
      <a:hlink>
        <a:srgbClr val="9D4B8E"/>
      </a:hlink>
      <a:folHlink>
        <a:srgbClr val="654C8F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Maslow Brand OS 1.1.0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0b90c9829394c8d" /><Relationship Type="http://schemas.openxmlformats.org/officeDocument/2006/relationships/image" Target="/ppt/media/image.png" Id="Rdd91a164216b40af" /><Relationship Type="http://schemas.openxmlformats.org/officeDocument/2006/relationships/notesSlide" Target="/ppt/notesSlides/notesSlide1.xml" Id="R1ec951b045844d3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c0ea24031c94068" /><Relationship Type="http://schemas.openxmlformats.org/officeDocument/2006/relationships/notesSlide" Target="/ppt/notesSlides/notesSlide2.xml" Id="R843f5077ab7f466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7c16167dd97b402b" /><Relationship Type="http://schemas.openxmlformats.org/officeDocument/2006/relationships/notesSlide" Target="/ppt/notesSlides/notesSlide3.xml" Id="R0728b576453440d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459c90945a81457d" /><Relationship Type="http://schemas.openxmlformats.org/officeDocument/2006/relationships/notesSlide" Target="/ppt/notesSlides/notesSlide4.xml" Id="R3fca039f5d9e486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47babbfaa3432e" /><Relationship Type="http://schemas.openxmlformats.org/officeDocument/2006/relationships/notesSlide" Target="/ppt/notesSlides/notesSlide5.xml" Id="R27cba6075ad044a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8f45e4ed03b46b8" /><Relationship Type="http://schemas.openxmlformats.org/officeDocument/2006/relationships/image" Target="/ppt/media/image2.png" Id="Rfba00062827846e2" /><Relationship Type="http://schemas.openxmlformats.org/officeDocument/2006/relationships/notesSlide" Target="/ppt/notesSlides/notesSlide6.xml" Id="R607fd63c301848b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1D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Maslow AI mark" title="Maslow AI mark in white" descr="Maslow AI mark in whit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91a164216b40af"/>
          <a:stretch xmlns:a="http://schemas.openxmlformats.org/drawingml/2006/main"/>
        </p:blipFill>
        <p:spPr>
          <a:xfrm xmlns:a="http://schemas.openxmlformats.org/drawingml/2006/main">
            <a:off x="876300" y="593071"/>
            <a:ext cx="2667000" cy="423582"/>
          </a:xfrm>
          <a:prstGeom xmlns:a="http://schemas.openxmlformats.org/drawingml/2006/main" prst="rect">
            <a:avLst/>
          </a:prstGeom>
        </p:spPr>
      </p:pic>
      <p:sp>
        <p:nvSpPr>
          <p:cNvPr id="2" name="title-eyebrow">
            <a:extLst xmlns:a="http://schemas.openxmlformats.org/drawingml/2006/main">
              <a:ext uri="{FF2B5EF4-FFF2-40B4-BE49-F238E27FC236}">
                <a16:creationId xmlns:a16="http://schemas.microsoft.com/office/drawing/2014/main" id="{28C5E484-2624-49D0-A608-E16F4622B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669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73C1AE"/>
                </a:solidFill>
                <a:latin typeface="IBM Plex Mono"/>
              </a:defRPr>
            </a:pPr>
            <a:r>
              <a:rPr sz="1125" b="1">
                <a:solidFill>
                  <a:srgbClr val="73C1AE"/>
                </a:solidFill>
                <a:latin typeface="IBM Plex Mono"/>
              </a:rPr>
              <a:t>{{DATE}} · {{AUDIENCE}}</a:t>
            </a:r>
          </a:p>
        </p:txBody>
      </p:sp>
      <p:sp>
        <p:nvSpPr>
          <p:cNvPr id="3" name="title-heading">
            <a:extLst xmlns:a="http://schemas.openxmlformats.org/drawingml/2006/main">
              <a:ext uri="{FF2B5EF4-FFF2-40B4-BE49-F238E27FC236}">
                <a16:creationId xmlns:a16="http://schemas.microsoft.com/office/drawing/2014/main" id="{4267B848-ED2F-4F85-AB6B-3B0E24C3B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24150"/>
            <a:ext cx="9906000" cy="1866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FFFFFF"/>
                </a:solidFill>
                <a:latin typeface="Manrope"/>
              </a:defRPr>
            </a:pPr>
            <a:r>
              <a:rPr sz="4350" b="1">
                <a:solidFill>
                  <a:srgbClr val="FFFFFF"/>
                </a:solidFill>
                <a:latin typeface="Manrope"/>
              </a:rPr>
              <a:t>AI employees for the work that waits</a:t>
            </a:r>
          </a:p>
        </p:txBody>
      </p:sp>
      <p:sp>
        <p:nvSpPr>
          <p:cNvPr id="4" name="title-subtitle">
            <a:extLst xmlns:a="http://schemas.openxmlformats.org/drawingml/2006/main">
              <a:ext uri="{FF2B5EF4-FFF2-40B4-BE49-F238E27FC236}">
                <a16:creationId xmlns:a16="http://schemas.microsoft.com/office/drawing/2014/main" id="{A2D06F13-EBD9-485F-82C3-53827BA09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53000"/>
            <a:ext cx="8001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B8C4D9"/>
                </a:solidFill>
                <a:latin typeface="Manrope"/>
              </a:defRPr>
            </a:pPr>
            <a:r>
              <a:rPr sz="1500">
                <a:solidFill>
                  <a:srgbClr val="B8C4D9"/>
                </a:solidFill>
                <a:latin typeface="Manrope"/>
              </a:rPr>
              <a:t>{{PRESENTER}} · {{ENGAGEMENT}}</a:t>
            </a:r>
          </a:p>
        </p:txBody>
      </p:sp>
    </p:spTree>
    <p:extLst>
      <p:ext uri="{BB962C8B-B14F-4D97-AF65-F5344CB8AC3E}">
        <p14:creationId xmlns:p14="http://schemas.microsoft.com/office/powerpoint/2010/main" val="146674069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21D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ection-step-marker">
            <a:extLst xmlns:a="http://schemas.openxmlformats.org/drawingml/2006/main">
              <a:ext uri="{FF2B5EF4-FFF2-40B4-BE49-F238E27FC236}">
                <a16:creationId xmlns:a16="http://schemas.microsoft.com/office/drawing/2014/main" id="{B97C9461-382D-41A7-856D-F2DD2E53C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71500"/>
            <a:ext cx="238125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900" b="1">
                <a:solidFill>
                  <a:srgbClr val="73C1AE"/>
                </a:solidFill>
                <a:latin typeface="Manrope"/>
              </a:defRPr>
            </a:pPr>
            <a:r>
              <a:rPr sz="9900" b="1">
                <a:solidFill>
                  <a:srgbClr val="73C1AE"/>
                </a:solidFill>
                <a:latin typeface="Manrope"/>
              </a:rPr>
              <a:t>02</a:t>
            </a:r>
          </a:p>
        </p:txBody>
      </p:sp>
      <p:sp>
        <p:nvSpPr>
          <p:cNvPr id="2" name="section-eyebrow">
            <a:extLst xmlns:a="http://schemas.openxmlformats.org/drawingml/2006/main">
              <a:ext uri="{FF2B5EF4-FFF2-40B4-BE49-F238E27FC236}">
                <a16:creationId xmlns:a16="http://schemas.microsoft.com/office/drawing/2014/main" id="{60077336-914C-4438-873D-AFE5D91D5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73C1AE"/>
                </a:solidFill>
                <a:latin typeface="IBM Plex Mono"/>
              </a:defRPr>
            </a:pPr>
            <a:r>
              <a:rPr sz="1125" b="1">
                <a:solidFill>
                  <a:srgbClr val="73C1AE"/>
                </a:solidFill>
                <a:latin typeface="IBM Plex Mono"/>
              </a:rPr>
              <a:t>{{SECTION_LABEL}}</a:t>
            </a:r>
          </a:p>
        </p:txBody>
      </p:sp>
      <p:sp>
        <p:nvSpPr>
          <p:cNvPr id="3" name="section-heading">
            <a:extLst xmlns:a="http://schemas.openxmlformats.org/drawingml/2006/main">
              <a:ext uri="{FF2B5EF4-FFF2-40B4-BE49-F238E27FC236}">
                <a16:creationId xmlns:a16="http://schemas.microsoft.com/office/drawing/2014/main" id="{8CFA4026-969F-4BC1-A485-10FC16533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71950"/>
            <a:ext cx="9144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FFFFFF"/>
                </a:solidFill>
                <a:latin typeface="Manrope"/>
              </a:defRPr>
            </a:pPr>
            <a:r>
              <a:rPr sz="3900" b="1">
                <a:solidFill>
                  <a:srgbClr val="FFFFFF"/>
                </a:solidFill>
                <a:latin typeface="Manrope"/>
              </a:rPr>
              <a:t>{{SECTION_TITLE}}</a:t>
            </a:r>
          </a:p>
        </p:txBody>
      </p:sp>
      <p:sp>
        <p:nvSpPr>
          <p:cNvPr id="4" name="section-signal">
            <a:extLst xmlns:a="http://schemas.openxmlformats.org/drawingml/2006/main">
              <a:ext uri="{FF2B5EF4-FFF2-40B4-BE49-F238E27FC236}">
                <a16:creationId xmlns:a16="http://schemas.microsoft.com/office/drawing/2014/main" id="{8044DC6F-20E4-44CD-AB29-609E20C48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626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7BB3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20255343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content-eyebrow">
            <a:extLst xmlns:a="http://schemas.openxmlformats.org/drawingml/2006/main">
              <a:ext uri="{FF2B5EF4-FFF2-40B4-BE49-F238E27FC236}">
                <a16:creationId xmlns:a16="http://schemas.microsoft.com/office/drawing/2014/main" id="{5A114BE4-522C-4B04-A921-623FFB34F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9055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654C8F"/>
                </a:solidFill>
                <a:latin typeface="IBM Plex Mono"/>
              </a:defRPr>
            </a:pPr>
            <a:r>
              <a:rPr sz="975" b="1">
                <a:solidFill>
                  <a:srgbClr val="654C8F"/>
                </a:solidFill>
                <a:latin typeface="IBM Plex Mono"/>
              </a:rPr>
              <a:t>{{SECTION_NUMBER}} · {{SECTION_LABEL}}</a:t>
            </a:r>
          </a:p>
        </p:txBody>
      </p:sp>
      <p:sp>
        <p:nvSpPr>
          <p:cNvPr id="2" name="content-heading">
            <a:extLst xmlns:a="http://schemas.openxmlformats.org/drawingml/2006/main">
              <a:ext uri="{FF2B5EF4-FFF2-40B4-BE49-F238E27FC236}">
                <a16:creationId xmlns:a16="http://schemas.microsoft.com/office/drawing/2014/main" id="{A4562018-218B-4361-BF71-96A2B9446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990600"/>
            <a:ext cx="9810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92332"/>
                </a:solidFill>
                <a:latin typeface="Manrope"/>
              </a:defRPr>
            </a:pPr>
            <a:r>
              <a:rPr sz="3000" b="1">
                <a:solidFill>
                  <a:srgbClr val="192332"/>
                </a:solidFill>
                <a:latin typeface="Manrope"/>
              </a:rPr>
              <a:t>{{SLIDE_TITLE}}</a:t>
            </a:r>
          </a:p>
        </p:txBody>
      </p:sp>
      <p:sp>
        <p:nvSpPr>
          <p:cNvPr id="3" name="content-top-rule">
            <a:extLst xmlns:a="http://schemas.openxmlformats.org/drawingml/2006/main">
              <a:ext uri="{FF2B5EF4-FFF2-40B4-BE49-F238E27FC236}">
                <a16:creationId xmlns:a16="http://schemas.microsoft.com/office/drawing/2014/main" id="{80D6BD7B-6BB1-495F-A199-F00566A74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10439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23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ontent-row-01-number">
            <a:extLst xmlns:a="http://schemas.openxmlformats.org/drawingml/2006/main">
              <a:ext uri="{FF2B5EF4-FFF2-40B4-BE49-F238E27FC236}">
                <a16:creationId xmlns:a16="http://schemas.microsoft.com/office/drawing/2014/main" id="{104D30CF-1A91-48F0-AE07-69032D4AC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0980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3C1AE"/>
                </a:solidFill>
                <a:latin typeface="Manrope"/>
              </a:defRPr>
            </a:pPr>
            <a:r>
              <a:rPr sz="1350" b="1">
                <a:solidFill>
                  <a:srgbClr val="73C1AE"/>
                </a:solidFill>
                <a:latin typeface="Manrope"/>
              </a:rPr>
              <a:t>01</a:t>
            </a:r>
          </a:p>
        </p:txBody>
      </p:sp>
      <p:sp>
        <p:nvSpPr>
          <p:cNvPr id="5" name="content-row-01-heading">
            <a:extLst xmlns:a="http://schemas.openxmlformats.org/drawingml/2006/main">
              <a:ext uri="{FF2B5EF4-FFF2-40B4-BE49-F238E27FC236}">
                <a16:creationId xmlns:a16="http://schemas.microsoft.com/office/drawing/2014/main" id="{00C11F03-2263-4AC5-A163-634E023F2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209800"/>
            <a:ext cx="3524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92332"/>
                </a:solidFill>
                <a:latin typeface="Manrope"/>
              </a:defRPr>
            </a:pPr>
            <a:r>
              <a:rPr sz="1650" b="1">
                <a:solidFill>
                  <a:srgbClr val="192332"/>
                </a:solidFill>
                <a:latin typeface="Manrope"/>
              </a:rPr>
              <a:t>{{WORKFLOW_ONE}}</a:t>
            </a:r>
          </a:p>
        </p:txBody>
      </p:sp>
      <p:sp>
        <p:nvSpPr>
          <p:cNvPr id="6" name="content-row-01-body">
            <a:extLst xmlns:a="http://schemas.openxmlformats.org/drawingml/2006/main">
              <a:ext uri="{FF2B5EF4-FFF2-40B4-BE49-F238E27FC236}">
                <a16:creationId xmlns:a16="http://schemas.microsoft.com/office/drawing/2014/main" id="{F3CC7234-4193-496B-842F-E8FF52286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209800"/>
            <a:ext cx="5791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Manrope"/>
              </a:defRPr>
            </a:pPr>
            <a:r>
              <a:rPr sz="1350">
                <a:solidFill>
                  <a:srgbClr val="666666"/>
                </a:solidFill>
                <a:latin typeface="Manrope"/>
              </a:rPr>
              <a:t>{{OWNER_ONE}} owns {{DELIVERABLE_ONE}}.</a:t>
            </a:r>
          </a:p>
        </p:txBody>
      </p:sp>
      <p:sp>
        <p:nvSpPr>
          <p:cNvPr id="7" name="content-row-01-rule">
            <a:extLst xmlns:a="http://schemas.openxmlformats.org/drawingml/2006/main">
              <a:ext uri="{FF2B5EF4-FFF2-40B4-BE49-F238E27FC236}">
                <a16:creationId xmlns:a16="http://schemas.microsoft.com/office/drawing/2014/main" id="{155E0860-B333-458F-9A8D-792DEE5D0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10439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1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content-row-02-number">
            <a:extLst xmlns:a="http://schemas.openxmlformats.org/drawingml/2006/main">
              <a:ext uri="{FF2B5EF4-FFF2-40B4-BE49-F238E27FC236}">
                <a16:creationId xmlns:a16="http://schemas.microsoft.com/office/drawing/2014/main" id="{7463D89E-0195-4008-9916-79E5ACAA5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3C1AE"/>
                </a:solidFill>
                <a:latin typeface="Manrope"/>
              </a:defRPr>
            </a:pPr>
            <a:r>
              <a:rPr sz="1350" b="1">
                <a:solidFill>
                  <a:srgbClr val="73C1AE"/>
                </a:solidFill>
                <a:latin typeface="Manrope"/>
              </a:rPr>
              <a:t>02</a:t>
            </a:r>
          </a:p>
        </p:txBody>
      </p:sp>
      <p:sp>
        <p:nvSpPr>
          <p:cNvPr id="9" name="content-row-02-heading">
            <a:extLst xmlns:a="http://schemas.openxmlformats.org/drawingml/2006/main">
              <a:ext uri="{FF2B5EF4-FFF2-40B4-BE49-F238E27FC236}">
                <a16:creationId xmlns:a16="http://schemas.microsoft.com/office/drawing/2014/main" id="{11595770-DB9A-4A90-9C87-1C3E9401D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429000"/>
            <a:ext cx="3524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92332"/>
                </a:solidFill>
                <a:latin typeface="Manrope"/>
              </a:defRPr>
            </a:pPr>
            <a:r>
              <a:rPr sz="1650" b="1">
                <a:solidFill>
                  <a:srgbClr val="192332"/>
                </a:solidFill>
                <a:latin typeface="Manrope"/>
              </a:rPr>
              <a:t>{{WORKFLOW_TWO}}</a:t>
            </a:r>
          </a:p>
        </p:txBody>
      </p:sp>
      <p:sp>
        <p:nvSpPr>
          <p:cNvPr id="10" name="content-row-02-body">
            <a:extLst xmlns:a="http://schemas.openxmlformats.org/drawingml/2006/main">
              <a:ext uri="{FF2B5EF4-FFF2-40B4-BE49-F238E27FC236}">
                <a16:creationId xmlns:a16="http://schemas.microsoft.com/office/drawing/2014/main" id="{E85C713B-E023-4787-B516-386331CC4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429000"/>
            <a:ext cx="5791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Manrope"/>
              </a:defRPr>
            </a:pPr>
            <a:r>
              <a:rPr sz="1350">
                <a:solidFill>
                  <a:srgbClr val="666666"/>
                </a:solidFill>
                <a:latin typeface="Manrope"/>
              </a:rPr>
              <a:t>{{OWNER_TWO}} owns {{DELIVERABLE_TWO}}.</a:t>
            </a:r>
          </a:p>
        </p:txBody>
      </p:sp>
      <p:sp>
        <p:nvSpPr>
          <p:cNvPr id="11" name="content-row-02-rule">
            <a:extLst xmlns:a="http://schemas.openxmlformats.org/drawingml/2006/main">
              <a:ext uri="{FF2B5EF4-FFF2-40B4-BE49-F238E27FC236}">
                <a16:creationId xmlns:a16="http://schemas.microsoft.com/office/drawing/2014/main" id="{82E5551B-BFA7-496A-AD59-C10B00662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24350"/>
            <a:ext cx="10439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1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content-row-03-number">
            <a:extLst xmlns:a="http://schemas.openxmlformats.org/drawingml/2006/main">
              <a:ext uri="{FF2B5EF4-FFF2-40B4-BE49-F238E27FC236}">
                <a16:creationId xmlns:a16="http://schemas.microsoft.com/office/drawing/2014/main" id="{348658CB-99BF-4797-A326-E4BCEA9EE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48200"/>
            <a:ext cx="66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73C1AE"/>
                </a:solidFill>
                <a:latin typeface="Manrope"/>
              </a:defRPr>
            </a:pPr>
            <a:r>
              <a:rPr sz="1350" b="1">
                <a:solidFill>
                  <a:srgbClr val="73C1AE"/>
                </a:solidFill>
                <a:latin typeface="Manrope"/>
              </a:rPr>
              <a:t>03</a:t>
            </a:r>
          </a:p>
        </p:txBody>
      </p:sp>
      <p:sp>
        <p:nvSpPr>
          <p:cNvPr id="13" name="content-row-03-heading">
            <a:extLst xmlns:a="http://schemas.openxmlformats.org/drawingml/2006/main">
              <a:ext uri="{FF2B5EF4-FFF2-40B4-BE49-F238E27FC236}">
                <a16:creationId xmlns:a16="http://schemas.microsoft.com/office/drawing/2014/main" id="{A13C7562-CE2A-4673-A488-38E2D30AE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648200"/>
            <a:ext cx="3524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92332"/>
                </a:solidFill>
                <a:latin typeface="Manrope"/>
              </a:defRPr>
            </a:pPr>
            <a:r>
              <a:rPr sz="1650" b="1">
                <a:solidFill>
                  <a:srgbClr val="192332"/>
                </a:solidFill>
                <a:latin typeface="Manrope"/>
              </a:rPr>
              <a:t>{{WORKFLOW_THREE}}</a:t>
            </a:r>
          </a:p>
        </p:txBody>
      </p:sp>
      <p:sp>
        <p:nvSpPr>
          <p:cNvPr id="14" name="content-row-03-body">
            <a:extLst xmlns:a="http://schemas.openxmlformats.org/drawingml/2006/main">
              <a:ext uri="{FF2B5EF4-FFF2-40B4-BE49-F238E27FC236}">
                <a16:creationId xmlns:a16="http://schemas.microsoft.com/office/drawing/2014/main" id="{99FB5377-17E3-47E7-8D30-F86FB3480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648200"/>
            <a:ext cx="5791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6666"/>
                </a:solidFill>
                <a:latin typeface="Manrope"/>
              </a:defRPr>
            </a:pPr>
            <a:r>
              <a:rPr sz="1350">
                <a:solidFill>
                  <a:srgbClr val="666666"/>
                </a:solidFill>
                <a:latin typeface="Manrope"/>
              </a:rPr>
              <a:t>{{OWNER_THREE}} owns {{DELIVERABLE_THREE}}.</a:t>
            </a:r>
          </a:p>
        </p:txBody>
      </p:sp>
      <p:sp>
        <p:nvSpPr>
          <p:cNvPr id="15" name="content-row-03-rule">
            <a:extLst xmlns:a="http://schemas.openxmlformats.org/drawingml/2006/main">
              <a:ext uri="{FF2B5EF4-FFF2-40B4-BE49-F238E27FC236}">
                <a16:creationId xmlns:a16="http://schemas.microsoft.com/office/drawing/2014/main" id="{DC1D08F1-EC15-48D4-B2AC-E900D0200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43550"/>
            <a:ext cx="10439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1E1E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footer-wordmark-{{FOLIO}}">
            <a:extLst xmlns:a="http://schemas.openxmlformats.org/drawingml/2006/main">
              <a:ext uri="{FF2B5EF4-FFF2-40B4-BE49-F238E27FC236}">
                <a16:creationId xmlns:a16="http://schemas.microsoft.com/office/drawing/2014/main" id="{615820CD-F39D-4ACE-8501-7E37C148F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62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A5A5A5"/>
                </a:solidFill>
                <a:latin typeface="IBM Plex Mono"/>
              </a:defRPr>
            </a:pPr>
            <a:r>
              <a:rPr sz="900" b="1">
                <a:solidFill>
                  <a:srgbClr val="A5A5A5"/>
                </a:solidFill>
                <a:latin typeface="IBM Plex Mono"/>
              </a:rPr>
              <a:t>MASLOW AI</a:t>
            </a:r>
          </a:p>
        </p:txBody>
      </p:sp>
      <p:sp>
        <p:nvSpPr>
          <p:cNvPr id="17" name="footer-folio-{{FOLIO}}">
            <a:extLst xmlns:a="http://schemas.openxmlformats.org/drawingml/2006/main">
              <a:ext uri="{FF2B5EF4-FFF2-40B4-BE49-F238E27FC236}">
                <a16:creationId xmlns:a16="http://schemas.microsoft.com/office/drawing/2014/main" id="{D1236267-7228-428D-8E33-7FE085706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6362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A5A5A5"/>
                </a:solidFill>
                <a:latin typeface="IBM Plex Mono"/>
              </a:defRPr>
            </a:pPr>
            <a:r>
              <a:rPr sz="825">
                <a:solidFill>
                  <a:srgbClr val="A5A5A5"/>
                </a:solidFill>
                <a:latin typeface="IBM Plex Mono"/>
              </a:rPr>
              <a:t>MASLOW AI · {{FOLIO}}</a:t>
            </a:r>
          </a:p>
        </p:txBody>
      </p:sp>
    </p:spTree>
    <p:extLst>
      <p:ext uri="{BB962C8B-B14F-4D97-AF65-F5344CB8AC3E}">
        <p14:creationId xmlns:p14="http://schemas.microsoft.com/office/powerpoint/2010/main" val="19435858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21D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evidence-eyebrow">
            <a:extLst xmlns:a="http://schemas.openxmlformats.org/drawingml/2006/main">
              <a:ext uri="{FF2B5EF4-FFF2-40B4-BE49-F238E27FC236}">
                <a16:creationId xmlns:a16="http://schemas.microsoft.com/office/drawing/2014/main" id="{2F2FED08-E6AB-40DE-BB29-5AC54ABDC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09600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73C1AE"/>
                </a:solidFill>
                <a:latin typeface="IBM Plex Mono"/>
              </a:defRPr>
            </a:pPr>
            <a:r>
              <a:rPr sz="975" b="1">
                <a:solidFill>
                  <a:srgbClr val="73C1AE"/>
                </a:solidFill>
                <a:latin typeface="IBM Plex Mono"/>
              </a:rPr>
              <a:t>{{SECTION_NUMBER}} · EVIDENCE</a:t>
            </a:r>
          </a:p>
        </p:txBody>
      </p:sp>
      <p:sp>
        <p:nvSpPr>
          <p:cNvPr id="2" name="evidence-heading">
            <a:extLst xmlns:a="http://schemas.openxmlformats.org/drawingml/2006/main">
              <a:ext uri="{FF2B5EF4-FFF2-40B4-BE49-F238E27FC236}">
                <a16:creationId xmlns:a16="http://schemas.microsoft.com/office/drawing/2014/main" id="{08121910-777B-4BEE-9DF0-2D5BB9BAE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028700"/>
            <a:ext cx="9810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FFFFFF"/>
                </a:solidFill>
                <a:latin typeface="Manrope"/>
              </a:defRPr>
            </a:pPr>
            <a:r>
              <a:rPr sz="3000" b="1">
                <a:solidFill>
                  <a:srgbClr val="FFFFFF"/>
                </a:solidFill>
                <a:latin typeface="Manrope"/>
              </a:rPr>
              <a:t>{{SLIDE_TITLE}}</a:t>
            </a:r>
          </a:p>
        </p:txBody>
      </p:sp>
      <p:sp>
        <p:nvSpPr>
          <p:cNvPr id="3" name="evidence-ONE-rule">
            <a:extLst xmlns:a="http://schemas.openxmlformats.org/drawingml/2006/main">
              <a:ext uri="{FF2B5EF4-FFF2-40B4-BE49-F238E27FC236}">
                <a16:creationId xmlns:a16="http://schemas.microsoft.com/office/drawing/2014/main" id="{37AA1BC2-971B-4E9B-8C21-C42E0B4CA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A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evidence-ONE-value">
            <a:extLst xmlns:a="http://schemas.openxmlformats.org/drawingml/2006/main">
              <a:ext uri="{FF2B5EF4-FFF2-40B4-BE49-F238E27FC236}">
                <a16:creationId xmlns:a16="http://schemas.microsoft.com/office/drawing/2014/main" id="{462736D9-DB46-48DE-A332-1A3094200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3143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73C1AE"/>
                </a:solidFill>
                <a:latin typeface="Manrope"/>
              </a:defRPr>
            </a:pPr>
            <a:r>
              <a:rPr sz="2850">
                <a:solidFill>
                  <a:srgbClr val="73C1AE"/>
                </a:solidFill>
                <a:latin typeface="Manrope"/>
              </a:rPr>
              <a:t>{{VALUE_1}}</a:t>
            </a:r>
          </a:p>
        </p:txBody>
      </p:sp>
      <p:sp>
        <p:nvSpPr>
          <p:cNvPr id="5" name="evidence-ONE-claim">
            <a:extLst xmlns:a="http://schemas.openxmlformats.org/drawingml/2006/main">
              <a:ext uri="{FF2B5EF4-FFF2-40B4-BE49-F238E27FC236}">
                <a16:creationId xmlns:a16="http://schemas.microsoft.com/office/drawing/2014/main" id="{AFB0F8F4-C816-4609-9613-B0C807A4C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385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FFFFF"/>
                </a:solidFill>
                <a:latin typeface="Manrope"/>
              </a:defRPr>
            </a:pPr>
            <a:r>
              <a:rPr sz="1425">
                <a:solidFill>
                  <a:srgbClr val="FFFFFF"/>
                </a:solidFill>
                <a:latin typeface="Manrope"/>
              </a:rPr>
              <a:t>{{CLAIM_1}}</a:t>
            </a:r>
          </a:p>
        </p:txBody>
      </p:sp>
      <p:sp>
        <p:nvSpPr>
          <p:cNvPr id="6" name="evidence-ONE-source">
            <a:extLst xmlns:a="http://schemas.openxmlformats.org/drawingml/2006/main">
              <a:ext uri="{FF2B5EF4-FFF2-40B4-BE49-F238E27FC236}">
                <a16:creationId xmlns:a16="http://schemas.microsoft.com/office/drawing/2014/main" id="{4898A57A-D172-4357-A63E-5E8291925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6250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B8C4D9"/>
                </a:solidFill>
                <a:latin typeface="IBM Plex Mono"/>
              </a:defRPr>
            </a:pPr>
            <a:r>
              <a:rPr sz="825">
                <a:solidFill>
                  <a:srgbClr val="B8C4D9"/>
                </a:solidFill>
                <a:latin typeface="IBM Plex Mono"/>
              </a:rPr>
              <a:t>{{EVIDENCE_STATUS_ONE}} · {{SOURCE_ONE}}</a:t>
            </a:r>
          </a:p>
        </p:txBody>
      </p:sp>
      <p:sp>
        <p:nvSpPr>
          <p:cNvPr id="7" name="evidence-TWO-rule">
            <a:extLst xmlns:a="http://schemas.openxmlformats.org/drawingml/2006/main">
              <a:ext uri="{FF2B5EF4-FFF2-40B4-BE49-F238E27FC236}">
                <a16:creationId xmlns:a16="http://schemas.microsoft.com/office/drawing/2014/main" id="{96489E28-6915-4B32-962A-E1DD0FCC1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24790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A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evidence-TWO-value">
            <a:extLst xmlns:a="http://schemas.openxmlformats.org/drawingml/2006/main">
              <a:ext uri="{FF2B5EF4-FFF2-40B4-BE49-F238E27FC236}">
                <a16:creationId xmlns:a16="http://schemas.microsoft.com/office/drawing/2014/main" id="{2F4D918C-DBB2-4E20-853C-0DBE6BE31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590800"/>
            <a:ext cx="3143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A070A6"/>
                </a:solidFill>
                <a:latin typeface="Manrope"/>
              </a:defRPr>
            </a:pPr>
            <a:r>
              <a:rPr sz="2850">
                <a:solidFill>
                  <a:srgbClr val="A070A6"/>
                </a:solidFill>
                <a:latin typeface="Manrope"/>
              </a:rPr>
              <a:t>{{VALUE_2}}</a:t>
            </a:r>
          </a:p>
        </p:txBody>
      </p:sp>
      <p:sp>
        <p:nvSpPr>
          <p:cNvPr id="9" name="evidence-TWO-claim">
            <a:extLst xmlns:a="http://schemas.openxmlformats.org/drawingml/2006/main">
              <a:ext uri="{FF2B5EF4-FFF2-40B4-BE49-F238E27FC236}">
                <a16:creationId xmlns:a16="http://schemas.microsoft.com/office/drawing/2014/main" id="{2BA544E3-0D44-4730-B523-668CC4598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385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FFFFF"/>
                </a:solidFill>
                <a:latin typeface="Manrope"/>
              </a:defRPr>
            </a:pPr>
            <a:r>
              <a:rPr sz="1425">
                <a:solidFill>
                  <a:srgbClr val="FFFFFF"/>
                </a:solidFill>
                <a:latin typeface="Manrope"/>
              </a:rPr>
              <a:t>{{CLAIM_2}}</a:t>
            </a:r>
          </a:p>
        </p:txBody>
      </p:sp>
      <p:sp>
        <p:nvSpPr>
          <p:cNvPr id="10" name="evidence-TWO-source">
            <a:extLst xmlns:a="http://schemas.openxmlformats.org/drawingml/2006/main">
              <a:ext uri="{FF2B5EF4-FFF2-40B4-BE49-F238E27FC236}">
                <a16:creationId xmlns:a16="http://schemas.microsoft.com/office/drawing/2014/main" id="{FB86C9E9-76F7-486D-A4DB-BE6E96E51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76250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B8C4D9"/>
                </a:solidFill>
                <a:latin typeface="IBM Plex Mono"/>
              </a:defRPr>
            </a:pPr>
            <a:r>
              <a:rPr sz="825">
                <a:solidFill>
                  <a:srgbClr val="B8C4D9"/>
                </a:solidFill>
                <a:latin typeface="IBM Plex Mono"/>
              </a:rPr>
              <a:t>{{EVIDENCE_STATUS_TWO}} · {{SOURCE_TWO}}</a:t>
            </a:r>
          </a:p>
        </p:txBody>
      </p:sp>
      <p:sp>
        <p:nvSpPr>
          <p:cNvPr id="11" name="evidence-THREE-rule">
            <a:extLst xmlns:a="http://schemas.openxmlformats.org/drawingml/2006/main">
              <a:ext uri="{FF2B5EF4-FFF2-40B4-BE49-F238E27FC236}">
                <a16:creationId xmlns:a16="http://schemas.microsoft.com/office/drawing/2014/main" id="{8B0BA5E6-C7CD-407C-A1B9-F35CBE9A6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4790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4A6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evidence-THREE-value">
            <a:extLst xmlns:a="http://schemas.openxmlformats.org/drawingml/2006/main">
              <a:ext uri="{FF2B5EF4-FFF2-40B4-BE49-F238E27FC236}">
                <a16:creationId xmlns:a16="http://schemas.microsoft.com/office/drawing/2014/main" id="{B7C721C7-47E4-4EC5-821E-C3115FC45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590800"/>
            <a:ext cx="3143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>
                <a:solidFill>
                  <a:srgbClr val="FFF860"/>
                </a:solidFill>
                <a:latin typeface="Manrope"/>
              </a:defRPr>
            </a:pPr>
            <a:r>
              <a:rPr sz="2850">
                <a:solidFill>
                  <a:srgbClr val="FFF860"/>
                </a:solidFill>
                <a:latin typeface="Manrope"/>
              </a:rPr>
              <a:t>{{VALUE_3}}</a:t>
            </a:r>
          </a:p>
        </p:txBody>
      </p:sp>
      <p:sp>
        <p:nvSpPr>
          <p:cNvPr id="13" name="evidence-THREE-claim">
            <a:extLst xmlns:a="http://schemas.openxmlformats.org/drawingml/2006/main">
              <a:ext uri="{FF2B5EF4-FFF2-40B4-BE49-F238E27FC236}">
                <a16:creationId xmlns:a16="http://schemas.microsoft.com/office/drawing/2014/main" id="{B015E4A7-ECA5-4935-AD06-2683B76CA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63855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FFFFFF"/>
                </a:solidFill>
                <a:latin typeface="Manrope"/>
              </a:defRPr>
            </a:pPr>
            <a:r>
              <a:rPr sz="1425">
                <a:solidFill>
                  <a:srgbClr val="FFFFFF"/>
                </a:solidFill>
                <a:latin typeface="Manrope"/>
              </a:rPr>
              <a:t>{{CLAIM_3}}</a:t>
            </a:r>
          </a:p>
        </p:txBody>
      </p:sp>
      <p:sp>
        <p:nvSpPr>
          <p:cNvPr id="14" name="evidence-THREE-source">
            <a:extLst xmlns:a="http://schemas.openxmlformats.org/drawingml/2006/main">
              <a:ext uri="{FF2B5EF4-FFF2-40B4-BE49-F238E27FC236}">
                <a16:creationId xmlns:a16="http://schemas.microsoft.com/office/drawing/2014/main" id="{3EA0ACBF-A4FD-4517-AF57-94E80E2E8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76250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B8C4D9"/>
                </a:solidFill>
                <a:latin typeface="IBM Plex Mono"/>
              </a:defRPr>
            </a:pPr>
            <a:r>
              <a:rPr sz="825">
                <a:solidFill>
                  <a:srgbClr val="B8C4D9"/>
                </a:solidFill>
                <a:latin typeface="IBM Plex Mono"/>
              </a:rPr>
              <a:t>{{EVIDENCE_STATUS_THREE}} · {{SOURCE_THREE}}</a:t>
            </a:r>
          </a:p>
        </p:txBody>
      </p:sp>
      <p:sp>
        <p:nvSpPr>
          <p:cNvPr id="15" name="footer-wordmark-{{FOLIO}}">
            <a:extLst xmlns:a="http://schemas.openxmlformats.org/drawingml/2006/main">
              <a:ext uri="{FF2B5EF4-FFF2-40B4-BE49-F238E27FC236}">
                <a16:creationId xmlns:a16="http://schemas.microsoft.com/office/drawing/2014/main" id="{4132AE4A-963C-47E3-9309-2545731A6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62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B8C4D9"/>
                </a:solidFill>
                <a:latin typeface="IBM Plex Mono"/>
              </a:defRPr>
            </a:pPr>
            <a:r>
              <a:rPr sz="900" b="1">
                <a:solidFill>
                  <a:srgbClr val="B8C4D9"/>
                </a:solidFill>
                <a:latin typeface="IBM Plex Mono"/>
              </a:rPr>
              <a:t>MASLOW AI</a:t>
            </a:r>
          </a:p>
        </p:txBody>
      </p:sp>
      <p:sp>
        <p:nvSpPr>
          <p:cNvPr id="16" name="footer-folio-{{FOLIO}}">
            <a:extLst xmlns:a="http://schemas.openxmlformats.org/drawingml/2006/main">
              <a:ext uri="{FF2B5EF4-FFF2-40B4-BE49-F238E27FC236}">
                <a16:creationId xmlns:a16="http://schemas.microsoft.com/office/drawing/2014/main" id="{9581229F-D711-410F-BF1E-9F953EDA3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6362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B8C4D9"/>
                </a:solidFill>
                <a:latin typeface="IBM Plex Mono"/>
              </a:defRPr>
            </a:pPr>
            <a:r>
              <a:rPr sz="825">
                <a:solidFill>
                  <a:srgbClr val="B8C4D9"/>
                </a:solidFill>
                <a:latin typeface="IBM Plex Mono"/>
              </a:rPr>
              <a:t>MASLOW AI · {{FOLIO}}</a:t>
            </a:r>
          </a:p>
        </p:txBody>
      </p:sp>
    </p:spTree>
    <p:extLst>
      <p:ext uri="{BB962C8B-B14F-4D97-AF65-F5344CB8AC3E}">
        <p14:creationId xmlns:p14="http://schemas.microsoft.com/office/powerpoint/2010/main" val="48702224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7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quote-mark">
            <a:extLst xmlns:a="http://schemas.openxmlformats.org/drawingml/2006/main">
              <a:ext uri="{FF2B5EF4-FFF2-40B4-BE49-F238E27FC236}">
                <a16:creationId xmlns:a16="http://schemas.microsoft.com/office/drawing/2014/main" id="{C99F236E-4589-484C-A5DF-F91B648E1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971550"/>
            <a:ext cx="152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6900" b="1">
                <a:solidFill>
                  <a:srgbClr val="73C1AE"/>
                </a:solidFill>
                <a:latin typeface="Manrope"/>
              </a:defRPr>
            </a:pPr>
            <a:r>
              <a:rPr sz="6900" b="1">
                <a:solidFill>
                  <a:srgbClr val="73C1AE"/>
                </a:solidFill>
                <a:latin typeface="Manrope"/>
              </a:rPr>
              <a:t>“</a:t>
            </a:r>
          </a:p>
        </p:txBody>
      </p:sp>
      <p:sp>
        <p:nvSpPr>
          <p:cNvPr id="2" name="quote-text">
            <a:extLst xmlns:a="http://schemas.openxmlformats.org/drawingml/2006/main">
              <a:ext uri="{FF2B5EF4-FFF2-40B4-BE49-F238E27FC236}">
                <a16:creationId xmlns:a16="http://schemas.microsoft.com/office/drawing/2014/main" id="{9F0CF28F-EBAD-4228-BB45-334597AC5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266950"/>
            <a:ext cx="9525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92332"/>
                </a:solidFill>
                <a:latin typeface="Manrope"/>
              </a:defRPr>
            </a:pPr>
            <a:r>
              <a:rPr sz="2700" b="1">
                <a:solidFill>
                  <a:srgbClr val="192332"/>
                </a:solidFill>
                <a:latin typeface="Manrope"/>
              </a:rPr>
              <a:t>{{VERIFIED_QUOTE}}</a:t>
            </a:r>
          </a:p>
        </p:txBody>
      </p:sp>
      <p:sp>
        <p:nvSpPr>
          <p:cNvPr id="3" name="quote-attribution">
            <a:extLst xmlns:a="http://schemas.openxmlformats.org/drawingml/2006/main">
              <a:ext uri="{FF2B5EF4-FFF2-40B4-BE49-F238E27FC236}">
                <a16:creationId xmlns:a16="http://schemas.microsoft.com/office/drawing/2014/main" id="{147304B7-711C-4745-884D-E82836D0D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724400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6666"/>
                </a:solidFill>
                <a:latin typeface="Manrope"/>
              </a:defRPr>
            </a:pPr>
            <a:r>
              <a:rPr sz="1200">
                <a:solidFill>
                  <a:srgbClr val="666666"/>
                </a:solidFill>
                <a:latin typeface="Manrope"/>
              </a:rPr>
              <a:t>{{ATTRIBUTION}}</a:t>
            </a:r>
          </a:p>
        </p:txBody>
      </p:sp>
      <p:sp>
        <p:nvSpPr>
          <p:cNvPr id="4" name="quote-source">
            <a:extLst xmlns:a="http://schemas.openxmlformats.org/drawingml/2006/main">
              <a:ext uri="{FF2B5EF4-FFF2-40B4-BE49-F238E27FC236}">
                <a16:creationId xmlns:a16="http://schemas.microsoft.com/office/drawing/2014/main" id="{77C2DB1D-3DC8-4313-9C90-2407CCA36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162550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54C8F"/>
                </a:solidFill>
                <a:latin typeface="IBM Plex Mono"/>
              </a:defRPr>
            </a:pPr>
            <a:r>
              <a:rPr sz="825">
                <a:solidFill>
                  <a:srgbClr val="654C8F"/>
                </a:solidFill>
                <a:latin typeface="IBM Plex Mono"/>
              </a:rPr>
              <a:t>{{EVIDENCE_STATUS}} · {{SOURCE}}</a:t>
            </a:r>
          </a:p>
        </p:txBody>
      </p:sp>
    </p:spTree>
    <p:extLst>
      <p:ext uri="{BB962C8B-B14F-4D97-AF65-F5344CB8AC3E}">
        <p14:creationId xmlns:p14="http://schemas.microsoft.com/office/powerpoint/2010/main" val="119775913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Maslow AI mark" title="Maslow AI mark in navy" descr="Maslow AI mark in navy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a00062827846e2"/>
          <a:stretch xmlns:a="http://schemas.openxmlformats.org/drawingml/2006/main"/>
        </p:blipFill>
        <p:spPr>
          <a:xfrm xmlns:a="http://schemas.openxmlformats.org/drawingml/2006/main">
            <a:off x="876300" y="593071"/>
            <a:ext cx="2667000" cy="423582"/>
          </a:xfrm>
          <a:prstGeom xmlns:a="http://schemas.openxmlformats.org/drawingml/2006/main" prst="rect">
            <a:avLst/>
          </a:prstGeom>
        </p:spPr>
      </p:pic>
      <p:sp>
        <p:nvSpPr>
          <p:cNvPr id="2" name="closing-heading">
            <a:extLst xmlns:a="http://schemas.openxmlformats.org/drawingml/2006/main">
              <a:ext uri="{FF2B5EF4-FFF2-40B4-BE49-F238E27FC236}">
                <a16:creationId xmlns:a16="http://schemas.microsoft.com/office/drawing/2014/main" id="{AE857C88-C3CE-43C3-937E-3FB728418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33600"/>
            <a:ext cx="10001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92332"/>
                </a:solidFill>
                <a:latin typeface="Manrope"/>
              </a:defRPr>
            </a:pPr>
            <a:r>
              <a:rPr sz="3900" b="1">
                <a:solidFill>
                  <a:srgbClr val="192332"/>
                </a:solidFill>
                <a:latin typeface="Manrope"/>
              </a:rPr>
              <a:t>{{NEXT_ACTION_HEADLINE}}</a:t>
            </a:r>
          </a:p>
        </p:txBody>
      </p:sp>
      <p:sp>
        <p:nvSpPr>
          <p:cNvPr id="3" name="closing-action">
            <a:extLst xmlns:a="http://schemas.openxmlformats.org/drawingml/2006/main">
              <a:ext uri="{FF2B5EF4-FFF2-40B4-BE49-F238E27FC236}">
                <a16:creationId xmlns:a16="http://schemas.microsoft.com/office/drawing/2014/main" id="{B341D537-9F36-4568-B34B-A2DD10C46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38600"/>
            <a:ext cx="4000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233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losing-action-label">
            <a:extLst xmlns:a="http://schemas.openxmlformats.org/drawingml/2006/main">
              <a:ext uri="{FF2B5EF4-FFF2-40B4-BE49-F238E27FC236}">
                <a16:creationId xmlns:a16="http://schemas.microsoft.com/office/drawing/2014/main" id="{A68313CD-3A4A-40D4-9B20-514C3B80F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4815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IBM Plex Mono"/>
              </a:defRPr>
            </a:pPr>
            <a:r>
              <a:rPr sz="1200" b="1">
                <a:solidFill>
                  <a:srgbClr val="FFFFFF"/>
                </a:solidFill>
                <a:latin typeface="IBM Plex Mono"/>
              </a:rPr>
              <a:t>{{CTA_LABEL}}</a:t>
            </a:r>
          </a:p>
        </p:txBody>
      </p:sp>
      <p:sp>
        <p:nvSpPr>
          <p:cNvPr id="5" name="closing-action-signal">
            <a:extLst xmlns:a="http://schemas.openxmlformats.org/drawingml/2006/main">
              <a:ext uri="{FF2B5EF4-FFF2-40B4-BE49-F238E27FC236}">
                <a16:creationId xmlns:a16="http://schemas.microsoft.com/office/drawing/2014/main" id="{C5C84CEE-FF5C-44EC-B9E4-D3A818AE9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86300"/>
            <a:ext cx="4572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7BB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closing-contact">
            <a:extLst xmlns:a="http://schemas.openxmlformats.org/drawingml/2006/main">
              <a:ext uri="{FF2B5EF4-FFF2-40B4-BE49-F238E27FC236}">
                <a16:creationId xmlns:a16="http://schemas.microsoft.com/office/drawing/2014/main" id="{13E57951-8661-4F45-85FF-CC5F11416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05400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IBM Plex Mono"/>
              </a:defRPr>
            </a:pPr>
            <a:r>
              <a:rPr sz="975">
                <a:solidFill>
                  <a:srgbClr val="666666"/>
                </a:solidFill>
                <a:latin typeface="IBM Plex Mono"/>
              </a:rPr>
              <a:t>{{CONTACT}}</a:t>
            </a:r>
          </a:p>
        </p:txBody>
      </p:sp>
      <p:sp>
        <p:nvSpPr>
          <p:cNvPr id="7" name="footer-wordmark-{{FOLIO}}">
            <a:extLst xmlns:a="http://schemas.openxmlformats.org/drawingml/2006/main">
              <a:ext uri="{FF2B5EF4-FFF2-40B4-BE49-F238E27FC236}">
                <a16:creationId xmlns:a16="http://schemas.microsoft.com/office/drawing/2014/main" id="{B29BD7D4-E216-41D1-8635-75150A122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62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A5A5A5"/>
                </a:solidFill>
                <a:latin typeface="IBM Plex Mono"/>
              </a:defRPr>
            </a:pPr>
            <a:r>
              <a:rPr sz="900" b="1">
                <a:solidFill>
                  <a:srgbClr val="A5A5A5"/>
                </a:solidFill>
                <a:latin typeface="IBM Plex Mono"/>
              </a:rPr>
              <a:t>MASLOW AI</a:t>
            </a:r>
          </a:p>
        </p:txBody>
      </p:sp>
      <p:sp>
        <p:nvSpPr>
          <p:cNvPr id="8" name="footer-folio-{{FOLIO}}">
            <a:extLst xmlns:a="http://schemas.openxmlformats.org/drawingml/2006/main">
              <a:ext uri="{FF2B5EF4-FFF2-40B4-BE49-F238E27FC236}">
                <a16:creationId xmlns:a16="http://schemas.microsoft.com/office/drawing/2014/main" id="{56B07807-4BA0-439E-B7D2-498139F67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6362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A5A5A5"/>
                </a:solidFill>
                <a:latin typeface="IBM Plex Mono"/>
              </a:defRPr>
            </a:pPr>
            <a:r>
              <a:rPr sz="825">
                <a:solidFill>
                  <a:srgbClr val="A5A5A5"/>
                </a:solidFill>
                <a:latin typeface="IBM Plex Mono"/>
              </a:rPr>
              <a:t>MASLOW AI · {{FOLIO}}</a:t>
            </a:r>
          </a:p>
        </p:txBody>
      </p:sp>
    </p:spTree>
    <p:extLst>
      <p:ext uri="{BB962C8B-B14F-4D97-AF65-F5344CB8AC3E}">
        <p14:creationId xmlns:p14="http://schemas.microsoft.com/office/powerpoint/2010/main" val="212934573"/>
      </p:ext>
    </p:extLst>
  </p:cSld>
</p:sld>
</file>

<file path=ppt/theme/theme1.xml><?xml version="1.0" encoding="utf-8"?>
<a:theme xmlns:a="http://schemas.openxmlformats.org/drawingml/2006/main" name="ChatGPT">
  <a:themeElements>
    <a:clrScheme name="Maslow Brand OS 1.1.0">
      <a:dk1>
        <a:srgbClr val="333333"/>
      </a:dk1>
      <a:lt1>
        <a:srgbClr val="FFFFFF"/>
      </a:lt1>
      <a:dk2>
        <a:srgbClr val="121D35"/>
      </a:dk2>
      <a:lt2>
        <a:srgbClr val="E1E1E1"/>
      </a:lt2>
      <a:accent1>
        <a:srgbClr val="192332"/>
      </a:accent1>
      <a:accent2>
        <a:srgbClr val="73C1AE"/>
      </a:accent2>
      <a:accent3>
        <a:srgbClr val="654C8F"/>
      </a:accent3>
      <a:accent4>
        <a:srgbClr val="EBA93D"/>
      </a:accent4>
      <a:accent5>
        <a:srgbClr val="EE7BB3"/>
      </a:accent5>
      <a:accent6>
        <a:srgbClr val="FFF860"/>
      </a:accent6>
      <a:hlink>
        <a:srgbClr val="9D4B8E"/>
      </a:hlink>
      <a:folHlink>
        <a:srgbClr val="654C8F"/>
      </a:folHlink>
    </a:clrScheme>
    <a:fontScheme name="Office">
      <a:majorFont>
        <a:latin typeface="Manrope"/>
        <a:ea typeface="Calibri Light"/>
        <a:cs typeface="Calibri Light"/>
      </a:majorFont>
      <a:minorFont>
        <a:latin typeface="Manrope"/>
        <a:ea typeface="Calibri"/>
        <a:cs typeface="Calibri"/>
      </a:minorFont>
    </a:fontScheme>
    <a:fmtScheme name="Maslow Brand OS 1.1.0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2026-08-20T01:46:13.1760000Z</dcterms:created>
  <dcterms:modified xsi:type="dcterms:W3CDTF">2026-08-20T01:46:13.1760000Z</dcterms:modified>
</coreProperties>
</file>