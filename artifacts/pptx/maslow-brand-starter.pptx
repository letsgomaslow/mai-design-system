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e4dfc67954ad2" /><Relationship Type="http://schemas.openxmlformats.org/officeDocument/2006/relationships/extended-properties" Target="/docProps/app.xml" Id="Re869a63d0ce741ea" /><Relationship Type="http://schemas.openxmlformats.org/officeDocument/2006/relationships/officeDocument" Target="/ppt/presentation.xml" Id="R3024610df41f45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cb7f1c5c04797"/>
    <p:sldMasterId xmlns:r="http://schemas.openxmlformats.org/officeDocument/2006/relationships" id="2147483650" r:id="R3405abf9ec864894"/>
  </p:sldMasterIdLst>
  <p:notesMasterIdLst>
    <p:notesMasterId xmlns:r="http://schemas.openxmlformats.org/officeDocument/2006/relationships" r:id="Raac2d6408df2486c"/>
  </p:notesMasterIdLst>
  <p:sldIdLst>
    <p:sldId xmlns:r="http://schemas.openxmlformats.org/officeDocument/2006/relationships" id="256" r:id="R162735c413a7490c"/>
    <p:sldId xmlns:r="http://schemas.openxmlformats.org/officeDocument/2006/relationships" id="257" r:id="R6de605be2ae94f84"/>
    <p:sldId xmlns:r="http://schemas.openxmlformats.org/officeDocument/2006/relationships" id="258" r:id="R2dc7dae63a0c4af9"/>
    <p:sldId xmlns:r="http://schemas.openxmlformats.org/officeDocument/2006/relationships" id="259" r:id="Rf8d3255d1eb34319"/>
    <p:sldId xmlns:r="http://schemas.openxmlformats.org/officeDocument/2006/relationships" id="260" r:id="R7e80372ace8f4c71"/>
    <p:sldId xmlns:r="http://schemas.openxmlformats.org/officeDocument/2006/relationships" id="261" r:id="Re2900bc4cb9c4d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75edb404564237" /><Relationship Type="http://schemas.openxmlformats.org/officeDocument/2006/relationships/slideMaster" Target="/ppt/slideMasters/slideMaster1.xml" Id="R35ccb7f1c5c04797" /><Relationship Type="http://schemas.openxmlformats.org/officeDocument/2006/relationships/slideMaster" Target="/ppt/slideMasters/slideMaster2.xml" Id="R3405abf9ec864894" /><Relationship Type="http://schemas.openxmlformats.org/officeDocument/2006/relationships/notesMaster" Target="/ppt/notesMasters/notesMaster1.xml" Id="Raac2d6408df2486c" /><Relationship Type="http://schemas.openxmlformats.org/officeDocument/2006/relationships/presProps" Target="/ppt/presProps.xml" Id="Rb1ce7739f3d440a4" /><Relationship Type="http://schemas.openxmlformats.org/officeDocument/2006/relationships/tableStyles" Target="/ppt/tableStyles.xml" Id="R482b0948d979451e" /><Relationship Type="http://schemas.openxmlformats.org/officeDocument/2006/relationships/slide" Target="/ppt/slides/slide1.xml" Id="R162735c413a7490c" /><Relationship Type="http://schemas.openxmlformats.org/officeDocument/2006/relationships/slide" Target="/ppt/slides/slide2.xml" Id="R6de605be2ae94f84" /><Relationship Type="http://schemas.openxmlformats.org/officeDocument/2006/relationships/slide" Target="/ppt/slides/slide3.xml" Id="R2dc7dae63a0c4af9" /><Relationship Type="http://schemas.openxmlformats.org/officeDocument/2006/relationships/slide" Target="/ppt/slides/slide4.xml" Id="Rf8d3255d1eb34319" /><Relationship Type="http://schemas.openxmlformats.org/officeDocument/2006/relationships/slide" Target="/ppt/slides/slide5.xml" Id="R7e80372ace8f4c71" /><Relationship Type="http://schemas.openxmlformats.org/officeDocument/2006/relationships/slide" Target="/ppt/slides/slide6.xml" Id="Re2900bc4cb9c4d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5c006cf138e9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aslow Brand OS 1.0.1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cd8a9e815471a" /><Relationship Type="http://schemas.openxmlformats.org/officeDocument/2006/relationships/notesMaster" Target="/ppt/notesMasters/notesMaster1.xml" Id="Rc1758d337eea45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03967569694bd0" /><Relationship Type="http://schemas.openxmlformats.org/officeDocument/2006/relationships/notesMaster" Target="/ppt/notesMasters/notesMaster1.xml" Id="Raca88cd1111345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1c4ce232a47d3" /><Relationship Type="http://schemas.openxmlformats.org/officeDocument/2006/relationships/notesMaster" Target="/ppt/notesMasters/notesMaster1.xml" Id="Ra6ef9581450542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d3885d75bc4668" /><Relationship Type="http://schemas.openxmlformats.org/officeDocument/2006/relationships/notesMaster" Target="/ppt/notesMasters/notesMaster1.xml" Id="R9c5c76c0d87e42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8538c669fa4e32" /><Relationship Type="http://schemas.openxmlformats.org/officeDocument/2006/relationships/notesMaster" Target="/ppt/notesMasters/notesMaster1.xml" Id="R0a9ee5cd78d14c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c93dd7a1764bc2" /><Relationship Type="http://schemas.openxmlformats.org/officeDocument/2006/relationships/notesMaster" Target="/ppt/notesMasters/notesMaster1.xml" Id="R7e967d6618234b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01 Title. Replace all variables. Keep the external position intact unless an approved campaign brief requires a narrower headline.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02 Section. The pink rule is a small signal. Keep all readable text in navy, white, teal, or accessible purple.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03 Content. Each row names the waiting workflow, responsible owner, and deliverable. Keep one communication job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04 Evidence. Every claim requires production, modeled, illustrative, or in_preparation plus a source. Put longer provenance here in speaker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05 Quote. Do not release an unsourced quote. If the quote is an illustrative writing pattern, label it illustrative on the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06 Closing. End on one explicit next action. The action is navy on white; pink remains a small signal.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4453dda9a499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acc144674041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a0747df80943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edc52818884b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e2df2f9f2d48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ade3306d8542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54ec61793440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01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1 Title background">
            <a:extLst xmlns:a="http://schemas.openxmlformats.org/drawingml/2006/main">
              <a:ext uri="{FF2B5EF4-FFF2-40B4-BE49-F238E27FC236}">
                <a16:creationId xmlns:a16="http://schemas.microsoft.com/office/drawing/2014/main" id="{D702B158-52AC-4D30-B0A7-E932F40A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1 Title title 0">
            <a:extLst xmlns:a="http://schemas.openxmlformats.org/drawingml/2006/main">
              <a:ext uri="{FF2B5EF4-FFF2-40B4-BE49-F238E27FC236}">
                <a16:creationId xmlns:a16="http://schemas.microsoft.com/office/drawing/2014/main" id="{B8BB96A8-059E-4416-90BF-009DE48E583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571750"/>
            <a:ext cx="9715500" cy="2095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1 Title subtitle 0">
            <a:extLst xmlns:a="http://schemas.openxmlformats.org/drawingml/2006/main">
              <a:ext uri="{FF2B5EF4-FFF2-40B4-BE49-F238E27FC236}">
                <a16:creationId xmlns:a16="http://schemas.microsoft.com/office/drawing/2014/main" id="{4F25BACC-3EB6-4AC6-B58A-AC29B6F3D9F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87680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02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2 Section background">
            <a:extLst xmlns:a="http://schemas.openxmlformats.org/drawingml/2006/main">
              <a:ext uri="{FF2B5EF4-FFF2-40B4-BE49-F238E27FC236}">
                <a16:creationId xmlns:a16="http://schemas.microsoft.com/office/drawing/2014/main" id="{95947083-640E-4EDB-ABDF-D55DE2CF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2 Section title 0">
            <a:extLst xmlns:a="http://schemas.openxmlformats.org/drawingml/2006/main">
              <a:ext uri="{FF2B5EF4-FFF2-40B4-BE49-F238E27FC236}">
                <a16:creationId xmlns:a16="http://schemas.microsoft.com/office/drawing/2014/main" id="{AB19F1C3-07F1-4E0C-9164-229C7834A21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4095750"/>
            <a:ext cx="9048750" cy="1238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2 Section subtitle 0">
            <a:extLst xmlns:a="http://schemas.openxmlformats.org/drawingml/2006/main">
              <a:ext uri="{FF2B5EF4-FFF2-40B4-BE49-F238E27FC236}">
                <a16:creationId xmlns:a16="http://schemas.microsoft.com/office/drawing/2014/main" id="{02E804B0-193E-43A4-BA26-421C4FC540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3676650"/>
            <a:ext cx="6191250" cy="323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03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3 Content background">
            <a:extLst xmlns:a="http://schemas.openxmlformats.org/drawingml/2006/main">
              <a:ext uri="{FF2B5EF4-FFF2-40B4-BE49-F238E27FC236}">
                <a16:creationId xmlns:a16="http://schemas.microsoft.com/office/drawing/2014/main" id="{A6DFE8EA-19D0-4740-B3D7-0EAE771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3 Content title 0">
            <a:extLst xmlns:a="http://schemas.openxmlformats.org/drawingml/2006/main">
              <a:ext uri="{FF2B5EF4-FFF2-40B4-BE49-F238E27FC236}">
                <a16:creationId xmlns:a16="http://schemas.microsoft.com/office/drawing/2014/main" id="{DEFD708E-F439-441C-94E1-7976BB9B4C7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3 Content body 0">
            <a:extLst xmlns:a="http://schemas.openxmlformats.org/drawingml/2006/main">
              <a:ext uri="{FF2B5EF4-FFF2-40B4-BE49-F238E27FC236}">
                <a16:creationId xmlns:a16="http://schemas.microsoft.com/office/drawing/2014/main" id="{86F3E465-27D8-49FD-9738-9BD392ADA16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000250"/>
            <a:ext cx="9810750" cy="3429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04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4 Evidence background">
            <a:extLst xmlns:a="http://schemas.openxmlformats.org/drawingml/2006/main">
              <a:ext uri="{FF2B5EF4-FFF2-40B4-BE49-F238E27FC236}">
                <a16:creationId xmlns:a16="http://schemas.microsoft.com/office/drawing/2014/main" id="{BAC341F8-92EE-4A89-B5ED-F92B2072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D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Evidence title 0">
            <a:extLst xmlns:a="http://schemas.openxmlformats.org/drawingml/2006/main">
              <a:ext uri="{FF2B5EF4-FFF2-40B4-BE49-F238E27FC236}">
                <a16:creationId xmlns:a16="http://schemas.microsoft.com/office/drawing/2014/main" id="{C620546F-644C-42F7-9165-E0AA386EBAF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971550"/>
            <a:ext cx="98107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4 Evidence body 0">
            <a:extLst xmlns:a="http://schemas.openxmlformats.org/drawingml/2006/main">
              <a:ext uri="{FF2B5EF4-FFF2-40B4-BE49-F238E27FC236}">
                <a16:creationId xmlns:a16="http://schemas.microsoft.com/office/drawing/2014/main" id="{F78C5313-FE68-4478-9B06-15C07554F8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2190750"/>
            <a:ext cx="9810750" cy="3143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{{BODY}}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05 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5 Quote background">
            <a:extLst xmlns:a="http://schemas.openxmlformats.org/drawingml/2006/main">
              <a:ext uri="{FF2B5EF4-FFF2-40B4-BE49-F238E27FC236}">
                <a16:creationId xmlns:a16="http://schemas.microsoft.com/office/drawing/2014/main" id="{1993B0DE-E6FE-49A3-AAEF-B485D297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5 Quote title 0">
            <a:extLst xmlns:a="http://schemas.openxmlformats.org/drawingml/2006/main">
              <a:ext uri="{FF2B5EF4-FFF2-40B4-BE49-F238E27FC236}">
                <a16:creationId xmlns:a16="http://schemas.microsoft.com/office/drawing/2014/main" id="{368BB7F9-2DCE-4B04-8314-6B9EEC01741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238250" y="2190750"/>
            <a:ext cx="9525000" cy="2190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5 Quote subtitle 0">
            <a:extLst xmlns:a="http://schemas.openxmlformats.org/drawingml/2006/main">
              <a:ext uri="{FF2B5EF4-FFF2-40B4-BE49-F238E27FC236}">
                <a16:creationId xmlns:a16="http://schemas.microsoft.com/office/drawing/2014/main" id="{91D4A009-03FA-4A60-ADB5-7937CABD8E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38250" y="4667250"/>
            <a:ext cx="8572500" cy="666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06 Clos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06 Closing background">
            <a:extLst xmlns:a="http://schemas.openxmlformats.org/drawingml/2006/main">
              <a:ext uri="{FF2B5EF4-FFF2-40B4-BE49-F238E27FC236}">
                <a16:creationId xmlns:a16="http://schemas.microsoft.com/office/drawing/2014/main" id="{10DF850C-B4B5-4F52-8765-2280CEF5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6 Closing title 0">
            <a:extLst xmlns:a="http://schemas.openxmlformats.org/drawingml/2006/main">
              <a:ext uri="{FF2B5EF4-FFF2-40B4-BE49-F238E27FC236}">
                <a16:creationId xmlns:a16="http://schemas.microsoft.com/office/drawing/2014/main" id="{BA9464A6-E5F9-4CDB-B0A2-A6C6169FFF4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876300" y="2095500"/>
            <a:ext cx="9715500" cy="16192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{{TITLE}}</a:t>
            </a:r>
          </a:p>
        </p:txBody>
      </p:sp>
      <p:sp>
        <p:nvSpPr>
          <p:cNvPr id="4" name="06 Closing subtitle 0">
            <a:extLst xmlns:a="http://schemas.openxmlformats.org/drawingml/2006/main">
              <a:ext uri="{FF2B5EF4-FFF2-40B4-BE49-F238E27FC236}">
                <a16:creationId xmlns:a16="http://schemas.microsoft.com/office/drawing/2014/main" id="{10519C24-4980-43C5-BF3C-B7329C978A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76300" y="4095750"/>
            <a:ext cx="6667500" cy="704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{{SUBTITLE}}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5861865ab74c7d" /><Relationship Type="http://schemas.openxmlformats.org/officeDocument/2006/relationships/slideLayout" Target="/ppt/slideLayouts/slideLayout1.xml" Id="R69a44bc0e1d34c3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803dda2b41543e2" /><Relationship Type="http://schemas.openxmlformats.org/officeDocument/2006/relationships/slideLayout" Target="/ppt/slideLayouts/slideLayout2.xml" Id="Rbc7c7c61e1324b42" /><Relationship Type="http://schemas.openxmlformats.org/officeDocument/2006/relationships/slideLayout" Target="/ppt/slideLayouts/slideLayout3.xml" Id="Rc6fb26f8716f4114" /><Relationship Type="http://schemas.openxmlformats.org/officeDocument/2006/relationships/slideLayout" Target="/ppt/slideLayouts/slideLayout4.xml" Id="Re92218f111e6401b" /><Relationship Type="http://schemas.openxmlformats.org/officeDocument/2006/relationships/slideLayout" Target="/ppt/slideLayouts/slideLayout5.xml" Id="Ra97a34abc1c94db6" /><Relationship Type="http://schemas.openxmlformats.org/officeDocument/2006/relationships/slideLayout" Target="/ppt/slideLayouts/slideLayout6.xml" Id="R2df8ca33ac894bde" /><Relationship Type="http://schemas.openxmlformats.org/officeDocument/2006/relationships/slideLayout" Target="/ppt/slideLayouts/slideLayout7.xml" Id="Rb903e2b5985c40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a44bc0e1d34c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low Brand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bc7c7c61e1324b42"/>
    <p:sldLayoutId xmlns:r="http://schemas.openxmlformats.org/officeDocument/2006/relationships" id="2147483652" r:id="Rc6fb26f8716f4114"/>
    <p:sldLayoutId xmlns:r="http://schemas.openxmlformats.org/officeDocument/2006/relationships" id="2147483653" r:id="Re92218f111e6401b"/>
    <p:sldLayoutId xmlns:r="http://schemas.openxmlformats.org/officeDocument/2006/relationships" id="2147483654" r:id="Ra97a34abc1c94db6"/>
    <p:sldLayoutId xmlns:r="http://schemas.openxmlformats.org/officeDocument/2006/relationships" id="2147483655" r:id="R2df8ca33ac894bde"/>
    <p:sldLayoutId xmlns:r="http://schemas.openxmlformats.org/officeDocument/2006/relationships" id="2147483656" r:id="Rb903e2b5985c40c2"/>
  </p:sldLayoutIdLst>
</p:sldMaster>
</file>

<file path=ppt/slideMasters/theme/theme2.xml><?xml version="1.0" encoding="utf-8"?>
<a:theme xmlns:a="http://schemas.openxmlformats.org/drawingml/2006/main" name="ChatGPT">
  <a:themeElements>
    <a:clrScheme name="Maslow Brand OS 1.0.1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aslow Brand OS 1.0.1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aslow Brand OS 1.0.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f79d226bd44ad1" /><Relationship Type="http://schemas.openxmlformats.org/officeDocument/2006/relationships/image" Target="/ppt/media/image.png" Id="R033c5816ae3e4507" /><Relationship Type="http://schemas.openxmlformats.org/officeDocument/2006/relationships/notesSlide" Target="/ppt/notesSlides/notesSlide1.xml" Id="R7865cedca80e4b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8d498fa8674d52" /><Relationship Type="http://schemas.openxmlformats.org/officeDocument/2006/relationships/notesSlide" Target="/ppt/notesSlides/notesSlide2.xml" Id="R3ab1a7ae4ff54a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9fdc6e873d34442" /><Relationship Type="http://schemas.openxmlformats.org/officeDocument/2006/relationships/notesSlide" Target="/ppt/notesSlides/notesSlide3.xml" Id="Re91c1c4daf2648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7ef5558f4d84363" /><Relationship Type="http://schemas.openxmlformats.org/officeDocument/2006/relationships/notesSlide" Target="/ppt/notesSlides/notesSlide4.xml" Id="R4c51314c22ed47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cb4a614564f86" /><Relationship Type="http://schemas.openxmlformats.org/officeDocument/2006/relationships/notesSlide" Target="/ppt/notesSlides/notesSlide5.xml" Id="R750fa66b959444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3fb3829adb41eb" /><Relationship Type="http://schemas.openxmlformats.org/officeDocument/2006/relationships/image" Target="/ppt/media/image2.png" Id="Re4d4575e7f404fe7" /><Relationship Type="http://schemas.openxmlformats.org/officeDocument/2006/relationships/notesSlide" Target="/ppt/notesSlides/notesSlide6.xml" Id="Rbe4a9c2fe758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Maslow AI mark" title="Maslow AI mark in white" descr="Maslow AI mark in wh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c5816ae3e4507"/>
          <a:stretch xmlns:a="http://schemas.openxmlformats.org/drawingml/2006/main"/>
        </p:blipFill>
        <p:spPr>
          <a:xfrm xmlns:a="http://schemas.openxmlformats.org/drawingml/2006/main">
            <a:off x="876300" y="593071"/>
            <a:ext cx="2667000" cy="423582"/>
          </a:xfrm>
          <a:prstGeom xmlns:a="http://schemas.openxmlformats.org/drawingml/2006/main" prst="rect">
            <a:avLst/>
          </a:prstGeom>
        </p:spPr>
      </p:pic>
      <p:sp>
        <p:nvSpPr>
          <p:cNvPr id="2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CFC289D3-3ED1-44E8-AA90-20D82D5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{{DATE}} · {{AUDIENCE}}</a:t>
            </a:r>
          </a:p>
        </p:txBody>
      </p:sp>
      <p:sp>
        <p:nvSpPr>
          <p:cNvPr id="3" name="title-heading">
            <a:extLst xmlns:a="http://schemas.openxmlformats.org/drawingml/2006/main">
              <a:ext uri="{FF2B5EF4-FFF2-40B4-BE49-F238E27FC236}">
                <a16:creationId xmlns:a16="http://schemas.microsoft.com/office/drawing/2014/main" id="{37AB4F34-7B17-4842-BBA1-6F8AB1C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906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</a:rPr>
              <a:t>AI employees for the work that waits</a:t>
            </a:r>
          </a:p>
        </p:txBody>
      </p:sp>
      <p:sp>
        <p:nvSpPr>
          <p:cNvPr id="4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1EA011CF-2633-4C25-808E-19E43E2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8C4D9"/>
                </a:solidFill>
                <a:latin typeface="Manrope"/>
              </a:defRPr>
            </a:pPr>
            <a:r>
              <a:rPr sz="1500">
                <a:solidFill>
                  <a:srgbClr val="B8C4D9"/>
                </a:solidFill>
                <a:latin typeface="Manrope"/>
              </a:rPr>
              <a:t>{{PRESENTER}} · {{ENGAGEMENT}}</a:t>
            </a:r>
          </a:p>
        </p:txBody>
      </p:sp>
    </p:spTree>
    <p:extLst>
      <p:ext uri="{BB962C8B-B14F-4D97-AF65-F5344CB8AC3E}">
        <p14:creationId xmlns:p14="http://schemas.microsoft.com/office/powerpoint/2010/main" val="821233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step-marker">
            <a:extLst xmlns:a="http://schemas.openxmlformats.org/drawingml/2006/main">
              <a:ext uri="{FF2B5EF4-FFF2-40B4-BE49-F238E27FC236}">
                <a16:creationId xmlns:a16="http://schemas.microsoft.com/office/drawing/2014/main" id="{81F6ACCC-80D8-4EDB-8A39-A87C1D47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15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900" b="1">
                <a:solidFill>
                  <a:srgbClr val="73C1AE"/>
                </a:solidFill>
                <a:latin typeface="Manrope"/>
              </a:defRPr>
            </a:pPr>
            <a:r>
              <a:rPr sz="990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2" name="section-eyebrow">
            <a:extLst xmlns:a="http://schemas.openxmlformats.org/drawingml/2006/main">
              <a:ext uri="{FF2B5EF4-FFF2-40B4-BE49-F238E27FC236}">
                <a16:creationId xmlns:a16="http://schemas.microsoft.com/office/drawing/2014/main" id="{B1E5D27B-7BCA-4376-8ECC-E06EDBAD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C1AE"/>
                </a:solidFill>
                <a:latin typeface="IBM Plex Mono"/>
              </a:defRPr>
            </a:pPr>
            <a:r>
              <a:rPr sz="1125" b="1">
                <a:solidFill>
                  <a:srgbClr val="73C1AE"/>
                </a:solidFill>
                <a:latin typeface="IBM Plex Mono"/>
              </a:rPr>
              <a:t>{{SECTION_LABEL}}</a:t>
            </a:r>
          </a:p>
        </p:txBody>
      </p:sp>
      <p:sp>
        <p:nvSpPr>
          <p:cNvPr id="3" name="section-heading">
            <a:extLst xmlns:a="http://schemas.openxmlformats.org/drawingml/2006/main">
              <a:ext uri="{FF2B5EF4-FFF2-40B4-BE49-F238E27FC236}">
                <a16:creationId xmlns:a16="http://schemas.microsoft.com/office/drawing/2014/main" id="{8AA09E8C-9411-41FD-B706-119BB0B8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9144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z="3900" b="1">
                <a:solidFill>
                  <a:srgbClr val="FFFFFF"/>
                </a:solidFill>
                <a:latin typeface="Manrope"/>
              </a:rPr>
              <a:t>{{SECTION_TITLE}}</a:t>
            </a:r>
          </a:p>
        </p:txBody>
      </p:sp>
      <p:sp>
        <p:nvSpPr>
          <p:cNvPr id="4" name="section-signal">
            <a:extLst xmlns:a="http://schemas.openxmlformats.org/drawingml/2006/main">
              <a:ext uri="{FF2B5EF4-FFF2-40B4-BE49-F238E27FC236}">
                <a16:creationId xmlns:a16="http://schemas.microsoft.com/office/drawing/2014/main" id="{CAF6613E-CD03-46EA-8D68-C022EB27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9402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tent-eyebrow">
            <a:extLst xmlns:a="http://schemas.openxmlformats.org/drawingml/2006/main">
              <a:ext uri="{FF2B5EF4-FFF2-40B4-BE49-F238E27FC236}">
                <a16:creationId xmlns:a16="http://schemas.microsoft.com/office/drawing/2014/main" id="{AD6C429E-C5D6-4316-862D-0D513AF7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4C8F"/>
                </a:solidFill>
                <a:latin typeface="IBM Plex Mono"/>
              </a:defRPr>
            </a:pPr>
            <a:r>
              <a:rPr sz="975" b="1">
                <a:solidFill>
                  <a:srgbClr val="654C8F"/>
                </a:solidFill>
                <a:latin typeface="IBM Plex Mono"/>
              </a:rPr>
              <a:t>{{SECTION_NUMBER}} · {{SECTION_LABEL}}</a:t>
            </a:r>
          </a:p>
        </p:txBody>
      </p:sp>
      <p:sp>
        <p:nvSpPr>
          <p:cNvPr id="2" name="content-heading">
            <a:extLst xmlns:a="http://schemas.openxmlformats.org/drawingml/2006/main">
              <a:ext uri="{FF2B5EF4-FFF2-40B4-BE49-F238E27FC236}">
                <a16:creationId xmlns:a16="http://schemas.microsoft.com/office/drawing/2014/main" id="{66324927-EC27-4F16-BEE2-429FB48C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92332"/>
                </a:solidFill>
                <a:latin typeface="Manrope"/>
              </a:defRPr>
            </a:pPr>
            <a:r>
              <a:rPr sz="3000" b="1">
                <a:solidFill>
                  <a:srgbClr val="192332"/>
                </a:solidFill>
                <a:latin typeface="Manrope"/>
              </a:rPr>
              <a:t>{{SLIDE_TITLE}}</a:t>
            </a:r>
          </a:p>
        </p:txBody>
      </p:sp>
      <p:sp>
        <p:nvSpPr>
          <p:cNvPr id="3" name="content-top-rule">
            <a:extLst xmlns:a="http://schemas.openxmlformats.org/drawingml/2006/main">
              <a:ext uri="{FF2B5EF4-FFF2-40B4-BE49-F238E27FC236}">
                <a16:creationId xmlns:a16="http://schemas.microsoft.com/office/drawing/2014/main" id="{1A6FE772-C55B-4517-A7F3-AE361430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ent-row-01-number">
            <a:extLst xmlns:a="http://schemas.openxmlformats.org/drawingml/2006/main">
              <a:ext uri="{FF2B5EF4-FFF2-40B4-BE49-F238E27FC236}">
                <a16:creationId xmlns:a16="http://schemas.microsoft.com/office/drawing/2014/main" id="{2408E710-0F66-480A-B1A3-3FFB11F7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01</a:t>
            </a:r>
          </a:p>
        </p:txBody>
      </p:sp>
      <p:sp>
        <p:nvSpPr>
          <p:cNvPr id="5" name="content-row-01-heading">
            <a:extLst xmlns:a="http://schemas.openxmlformats.org/drawingml/2006/main">
              <a:ext uri="{FF2B5EF4-FFF2-40B4-BE49-F238E27FC236}">
                <a16:creationId xmlns:a16="http://schemas.microsoft.com/office/drawing/2014/main" id="{9BF22B8D-8E43-44D3-BCA5-44165CB5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098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{{WORKFLOW_ONE}}</a:t>
            </a:r>
          </a:p>
        </p:txBody>
      </p:sp>
      <p:sp>
        <p:nvSpPr>
          <p:cNvPr id="6" name="content-row-01-body">
            <a:extLst xmlns:a="http://schemas.openxmlformats.org/drawingml/2006/main">
              <a:ext uri="{FF2B5EF4-FFF2-40B4-BE49-F238E27FC236}">
                <a16:creationId xmlns:a16="http://schemas.microsoft.com/office/drawing/2014/main" id="{21F5BEBF-2C65-4D74-A6C6-3AE9CBC2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098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{{OWNER_ONE}} owns {{DELIVERABLE_ONE}}.</a:t>
            </a:r>
          </a:p>
        </p:txBody>
      </p:sp>
      <p:sp>
        <p:nvSpPr>
          <p:cNvPr id="7" name="content-row-01-rule">
            <a:extLst xmlns:a="http://schemas.openxmlformats.org/drawingml/2006/main">
              <a:ext uri="{FF2B5EF4-FFF2-40B4-BE49-F238E27FC236}">
                <a16:creationId xmlns:a16="http://schemas.microsoft.com/office/drawing/2014/main" id="{CC45BA1C-67C8-442A-A305-4A4E0A95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ent-row-02-number">
            <a:extLst xmlns:a="http://schemas.openxmlformats.org/drawingml/2006/main">
              <a:ext uri="{FF2B5EF4-FFF2-40B4-BE49-F238E27FC236}">
                <a16:creationId xmlns:a16="http://schemas.microsoft.com/office/drawing/2014/main" id="{3BCCDE36-4096-4460-806E-D55B902C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02</a:t>
            </a:r>
          </a:p>
        </p:txBody>
      </p:sp>
      <p:sp>
        <p:nvSpPr>
          <p:cNvPr id="9" name="content-row-02-heading">
            <a:extLst xmlns:a="http://schemas.openxmlformats.org/drawingml/2006/main">
              <a:ext uri="{FF2B5EF4-FFF2-40B4-BE49-F238E27FC236}">
                <a16:creationId xmlns:a16="http://schemas.microsoft.com/office/drawing/2014/main" id="{67F7C9B9-3895-41FA-9DCE-21142238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290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{{WORKFLOW_TWO}}</a:t>
            </a:r>
          </a:p>
        </p:txBody>
      </p:sp>
      <p:sp>
        <p:nvSpPr>
          <p:cNvPr id="10" name="content-row-02-body">
            <a:extLst xmlns:a="http://schemas.openxmlformats.org/drawingml/2006/main">
              <a:ext uri="{FF2B5EF4-FFF2-40B4-BE49-F238E27FC236}">
                <a16:creationId xmlns:a16="http://schemas.microsoft.com/office/drawing/2014/main" id="{0C952083-D9DF-4F47-B246-D8CAD745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290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{{OWNER_TWO}} owns {{DELIVERABLE_TWO}}.</a:t>
            </a:r>
          </a:p>
        </p:txBody>
      </p:sp>
      <p:sp>
        <p:nvSpPr>
          <p:cNvPr id="11" name="content-row-02-rule">
            <a:extLst xmlns:a="http://schemas.openxmlformats.org/drawingml/2006/main">
              <a:ext uri="{FF2B5EF4-FFF2-40B4-BE49-F238E27FC236}">
                <a16:creationId xmlns:a16="http://schemas.microsoft.com/office/drawing/2014/main" id="{559BD11F-7742-4B93-A036-7FF7443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tent-row-03-number">
            <a:extLst xmlns:a="http://schemas.openxmlformats.org/drawingml/2006/main">
              <a:ext uri="{FF2B5EF4-FFF2-40B4-BE49-F238E27FC236}">
                <a16:creationId xmlns:a16="http://schemas.microsoft.com/office/drawing/2014/main" id="{265B4B8D-A6EC-40E3-B581-3DD5C59A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3C1AE"/>
                </a:solidFill>
                <a:latin typeface="Manrope"/>
              </a:defRPr>
            </a:pPr>
            <a:r>
              <a:rPr sz="1350" b="1">
                <a:solidFill>
                  <a:srgbClr val="73C1AE"/>
                </a:solidFill>
                <a:latin typeface="Manrope"/>
              </a:rPr>
              <a:t>03</a:t>
            </a:r>
          </a:p>
        </p:txBody>
      </p:sp>
      <p:sp>
        <p:nvSpPr>
          <p:cNvPr id="13" name="content-row-03-heading">
            <a:extLst xmlns:a="http://schemas.openxmlformats.org/drawingml/2006/main">
              <a:ext uri="{FF2B5EF4-FFF2-40B4-BE49-F238E27FC236}">
                <a16:creationId xmlns:a16="http://schemas.microsoft.com/office/drawing/2014/main" id="{20C1AB1B-E28F-465B-A8E5-C636CE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482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332"/>
                </a:solidFill>
                <a:latin typeface="Manrope"/>
              </a:defRPr>
            </a:pPr>
            <a:r>
              <a:rPr sz="1650" b="1">
                <a:solidFill>
                  <a:srgbClr val="192332"/>
                </a:solidFill>
                <a:latin typeface="Manrope"/>
              </a:rPr>
              <a:t>{{WORKFLOW_THREE}}</a:t>
            </a:r>
          </a:p>
        </p:txBody>
      </p:sp>
      <p:sp>
        <p:nvSpPr>
          <p:cNvPr id="14" name="content-row-03-body">
            <a:extLst xmlns:a="http://schemas.openxmlformats.org/drawingml/2006/main">
              <a:ext uri="{FF2B5EF4-FFF2-40B4-BE49-F238E27FC236}">
                <a16:creationId xmlns:a16="http://schemas.microsoft.com/office/drawing/2014/main" id="{C0735FD1-EF9E-4478-BF53-C1E3E6F0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5791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Manrope"/>
              </a:defRPr>
            </a:pPr>
            <a:r>
              <a:rPr sz="1350">
                <a:solidFill>
                  <a:srgbClr val="666666"/>
                </a:solidFill>
                <a:latin typeface="Manrope"/>
              </a:rPr>
              <a:t>{{OWNER_THREE}} owns {{DELIVERABLE_THREE}}.</a:t>
            </a:r>
          </a:p>
        </p:txBody>
      </p:sp>
      <p:sp>
        <p:nvSpPr>
          <p:cNvPr id="15" name="content-row-03-rule">
            <a:extLst xmlns:a="http://schemas.openxmlformats.org/drawingml/2006/main">
              <a:ext uri="{FF2B5EF4-FFF2-40B4-BE49-F238E27FC236}">
                <a16:creationId xmlns:a16="http://schemas.microsoft.com/office/drawing/2014/main" id="{CEF9CACA-F9A4-4C83-B652-1D40B67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1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4582EBF9-DE2C-48B2-9FA6-74F12AB1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17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0AAC4ADF-6D57-4F6A-9F9E-A28173D8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16532642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1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vidence-eyebrow">
            <a:extLst xmlns:a="http://schemas.openxmlformats.org/drawingml/2006/main">
              <a:ext uri="{FF2B5EF4-FFF2-40B4-BE49-F238E27FC236}">
                <a16:creationId xmlns:a16="http://schemas.microsoft.com/office/drawing/2014/main" id="{80778A15-7D45-4B36-9A55-3BC1678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C1AE"/>
                </a:solidFill>
                <a:latin typeface="IBM Plex Mono"/>
              </a:defRPr>
            </a:pPr>
            <a:r>
              <a:rPr sz="975" b="1">
                <a:solidFill>
                  <a:srgbClr val="73C1AE"/>
                </a:solidFill>
                <a:latin typeface="IBM Plex Mono"/>
              </a:rPr>
              <a:t>{{SECTION_NUMBER}} · EVIDENCE</a:t>
            </a:r>
          </a:p>
        </p:txBody>
      </p:sp>
      <p:sp>
        <p:nvSpPr>
          <p:cNvPr id="2" name="evidence-heading">
            <a:extLst xmlns:a="http://schemas.openxmlformats.org/drawingml/2006/main">
              <a:ext uri="{FF2B5EF4-FFF2-40B4-BE49-F238E27FC236}">
                <a16:creationId xmlns:a16="http://schemas.microsoft.com/office/drawing/2014/main" id="{D5C06998-BC54-4F09-A480-9ABD29B5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287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anrope"/>
              </a:defRPr>
            </a:pPr>
            <a:r>
              <a:rPr sz="3000" b="1">
                <a:solidFill>
                  <a:srgbClr val="FFFFFF"/>
                </a:solidFill>
                <a:latin typeface="Manrope"/>
              </a:rPr>
              <a:t>{{SLIDE_TITLE}}</a:t>
            </a:r>
          </a:p>
        </p:txBody>
      </p:sp>
      <p:sp>
        <p:nvSpPr>
          <p:cNvPr id="3" name="evidence-ONE-rule">
            <a:extLst xmlns:a="http://schemas.openxmlformats.org/drawingml/2006/main">
              <a:ext uri="{FF2B5EF4-FFF2-40B4-BE49-F238E27FC236}">
                <a16:creationId xmlns:a16="http://schemas.microsoft.com/office/drawing/2014/main" id="{1295D459-603B-4901-9A5B-91E5BD85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ONE-value">
            <a:extLst xmlns:a="http://schemas.openxmlformats.org/drawingml/2006/main">
              <a:ext uri="{FF2B5EF4-FFF2-40B4-BE49-F238E27FC236}">
                <a16:creationId xmlns:a16="http://schemas.microsoft.com/office/drawing/2014/main" id="{547C305B-5406-4823-92A0-41AD2D5D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73C1AE"/>
                </a:solidFill>
                <a:latin typeface="Manrope"/>
              </a:defRPr>
            </a:pPr>
            <a:r>
              <a:rPr sz="2850">
                <a:solidFill>
                  <a:srgbClr val="73C1AE"/>
                </a:solidFill>
                <a:latin typeface="Manrope"/>
              </a:rPr>
              <a:t>{{VALUE_1}}</a:t>
            </a:r>
          </a:p>
        </p:txBody>
      </p:sp>
      <p:sp>
        <p:nvSpPr>
          <p:cNvPr id="5" name="evidence-ONE-claim">
            <a:extLst xmlns:a="http://schemas.openxmlformats.org/drawingml/2006/main">
              <a:ext uri="{FF2B5EF4-FFF2-40B4-BE49-F238E27FC236}">
                <a16:creationId xmlns:a16="http://schemas.microsoft.com/office/drawing/2014/main" id="{1BE49025-D389-4BB4-A618-E2BE2D4E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{{CLAIM_1}}</a:t>
            </a:r>
          </a:p>
        </p:txBody>
      </p:sp>
      <p:sp>
        <p:nvSpPr>
          <p:cNvPr id="6" name="evidence-ONE-source">
            <a:extLst xmlns:a="http://schemas.openxmlformats.org/drawingml/2006/main">
              <a:ext uri="{FF2B5EF4-FFF2-40B4-BE49-F238E27FC236}">
                <a16:creationId xmlns:a16="http://schemas.microsoft.com/office/drawing/2014/main" id="{CEC2ABBB-FAEA-4744-AF08-2D5DDB95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{{EVIDENCE_STATUS_ONE}} · {{SOURCE_ONE}}</a:t>
            </a:r>
          </a:p>
        </p:txBody>
      </p:sp>
      <p:sp>
        <p:nvSpPr>
          <p:cNvPr id="7" name="evidence-TWO-rule">
            <a:extLst xmlns:a="http://schemas.openxmlformats.org/drawingml/2006/main">
              <a:ext uri="{FF2B5EF4-FFF2-40B4-BE49-F238E27FC236}">
                <a16:creationId xmlns:a16="http://schemas.microsoft.com/office/drawing/2014/main" id="{62E123A0-9753-451D-8158-6581F438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TWO-value">
            <a:extLst xmlns:a="http://schemas.openxmlformats.org/drawingml/2006/main">
              <a:ext uri="{FF2B5EF4-FFF2-40B4-BE49-F238E27FC236}">
                <a16:creationId xmlns:a16="http://schemas.microsoft.com/office/drawing/2014/main" id="{D512309F-A091-4B51-A2C4-75DFDF0F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070A6"/>
                </a:solidFill>
                <a:latin typeface="Manrope"/>
              </a:defRPr>
            </a:pPr>
            <a:r>
              <a:rPr sz="2850">
                <a:solidFill>
                  <a:srgbClr val="A070A6"/>
                </a:solidFill>
                <a:latin typeface="Manrope"/>
              </a:rPr>
              <a:t>{{VALUE_2}}</a:t>
            </a:r>
          </a:p>
        </p:txBody>
      </p:sp>
      <p:sp>
        <p:nvSpPr>
          <p:cNvPr id="9" name="evidence-TWO-claim">
            <a:extLst xmlns:a="http://schemas.openxmlformats.org/drawingml/2006/main">
              <a:ext uri="{FF2B5EF4-FFF2-40B4-BE49-F238E27FC236}">
                <a16:creationId xmlns:a16="http://schemas.microsoft.com/office/drawing/2014/main" id="{A1D4B564-07E9-4D62-92D3-5A873C78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{{CLAIM_2}}</a:t>
            </a:r>
          </a:p>
        </p:txBody>
      </p:sp>
      <p:sp>
        <p:nvSpPr>
          <p:cNvPr id="10" name="evidence-TWO-source">
            <a:extLst xmlns:a="http://schemas.openxmlformats.org/drawingml/2006/main">
              <a:ext uri="{FF2B5EF4-FFF2-40B4-BE49-F238E27FC236}">
                <a16:creationId xmlns:a16="http://schemas.microsoft.com/office/drawing/2014/main" id="{197EDFFC-CAB2-4E85-BAE2-7535DC03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{{EVIDENCE_STATUS_TWO}} · {{SOURCE_TWO}}</a:t>
            </a:r>
          </a:p>
        </p:txBody>
      </p:sp>
      <p:sp>
        <p:nvSpPr>
          <p:cNvPr id="11" name="evidence-THREE-rule">
            <a:extLst xmlns:a="http://schemas.openxmlformats.org/drawingml/2006/main">
              <a:ext uri="{FF2B5EF4-FFF2-40B4-BE49-F238E27FC236}">
                <a16:creationId xmlns:a16="http://schemas.microsoft.com/office/drawing/2014/main" id="{62EB428C-CFCD-4E6E-AF93-B17B8196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vidence-THREE-value">
            <a:extLst xmlns:a="http://schemas.openxmlformats.org/drawingml/2006/main">
              <a:ext uri="{FF2B5EF4-FFF2-40B4-BE49-F238E27FC236}">
                <a16:creationId xmlns:a16="http://schemas.microsoft.com/office/drawing/2014/main" id="{C7A62892-6B09-49AA-8B90-6537BF29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FFF860"/>
                </a:solidFill>
                <a:latin typeface="Manrope"/>
              </a:defRPr>
            </a:pPr>
            <a:r>
              <a:rPr sz="2850">
                <a:solidFill>
                  <a:srgbClr val="FFF860"/>
                </a:solidFill>
                <a:latin typeface="Manrope"/>
              </a:rPr>
              <a:t>{{VALUE_3}}</a:t>
            </a:r>
          </a:p>
        </p:txBody>
      </p:sp>
      <p:sp>
        <p:nvSpPr>
          <p:cNvPr id="13" name="evidence-THREE-claim">
            <a:extLst xmlns:a="http://schemas.openxmlformats.org/drawingml/2006/main">
              <a:ext uri="{FF2B5EF4-FFF2-40B4-BE49-F238E27FC236}">
                <a16:creationId xmlns:a16="http://schemas.microsoft.com/office/drawing/2014/main" id="{8C9CE24E-FD19-4D4A-B1B6-F9767E00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  <a:latin typeface="Manrope"/>
              </a:defRPr>
            </a:pPr>
            <a:r>
              <a:rPr sz="1425">
                <a:solidFill>
                  <a:srgbClr val="FFFFFF"/>
                </a:solidFill>
                <a:latin typeface="Manrope"/>
              </a:rPr>
              <a:t>{{CLAIM_3}}</a:t>
            </a:r>
          </a:p>
        </p:txBody>
      </p:sp>
      <p:sp>
        <p:nvSpPr>
          <p:cNvPr id="14" name="evidence-THREE-source">
            <a:extLst xmlns:a="http://schemas.openxmlformats.org/drawingml/2006/main">
              <a:ext uri="{FF2B5EF4-FFF2-40B4-BE49-F238E27FC236}">
                <a16:creationId xmlns:a16="http://schemas.microsoft.com/office/drawing/2014/main" id="{68857F4C-9A62-4E6C-BD5A-9B00DE8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{{EVIDENCE_STATUS_THREE}} · {{SOURCE_THREE}}</a:t>
            </a:r>
          </a:p>
        </p:txBody>
      </p:sp>
      <p:sp>
        <p:nvSpPr>
          <p:cNvPr id="15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BDA6E332-1AA3-4359-ADD7-0447B1A3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4D9"/>
                </a:solidFill>
                <a:latin typeface="IBM Plex Mono"/>
              </a:defRPr>
            </a:pPr>
            <a:r>
              <a:rPr sz="900" b="1">
                <a:solidFill>
                  <a:srgbClr val="B8C4D9"/>
                </a:solidFill>
                <a:latin typeface="IBM Plex Mono"/>
              </a:rPr>
              <a:t>MASLOW AI</a:t>
            </a:r>
          </a:p>
        </p:txBody>
      </p:sp>
      <p:sp>
        <p:nvSpPr>
          <p:cNvPr id="16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2B183F8D-5F06-474A-B0AE-FAAC9CC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8C4D9"/>
                </a:solidFill>
                <a:latin typeface="IBM Plex Mono"/>
              </a:defRPr>
            </a:pPr>
            <a:r>
              <a:rPr sz="825">
                <a:solidFill>
                  <a:srgbClr val="B8C4D9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339765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uote-mark">
            <a:extLst xmlns:a="http://schemas.openxmlformats.org/drawingml/2006/main">
              <a:ext uri="{FF2B5EF4-FFF2-40B4-BE49-F238E27FC236}">
                <a16:creationId xmlns:a16="http://schemas.microsoft.com/office/drawing/2014/main" id="{A9B64012-2036-4857-A0E7-A754394A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2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73C1AE"/>
                </a:solidFill>
                <a:latin typeface="Manrope"/>
              </a:defRPr>
            </a:pPr>
            <a:r>
              <a:rPr sz="6900" b="1">
                <a:solidFill>
                  <a:srgbClr val="73C1AE"/>
                </a:solidFill>
                <a:latin typeface="Manrope"/>
              </a:rPr>
              <a:t>“</a:t>
            </a:r>
          </a:p>
        </p:txBody>
      </p:sp>
      <p:sp>
        <p:nvSpPr>
          <p:cNvPr id="2" name="quote-text">
            <a:extLst xmlns:a="http://schemas.openxmlformats.org/drawingml/2006/main">
              <a:ext uri="{FF2B5EF4-FFF2-40B4-BE49-F238E27FC236}">
                <a16:creationId xmlns:a16="http://schemas.microsoft.com/office/drawing/2014/main" id="{B6366759-B70B-4541-86A3-DC1C95D8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92332"/>
                </a:solidFill>
                <a:latin typeface="Manrope"/>
              </a:defRPr>
            </a:pPr>
            <a:r>
              <a:rPr sz="2700" b="1">
                <a:solidFill>
                  <a:srgbClr val="192332"/>
                </a:solidFill>
                <a:latin typeface="Manrope"/>
              </a:rPr>
              <a:t>{{VERIFIED_QUOTE}}</a:t>
            </a:r>
          </a:p>
        </p:txBody>
      </p:sp>
      <p:sp>
        <p:nvSpPr>
          <p:cNvPr id="3" name="quote-attribution">
            <a:extLst xmlns:a="http://schemas.openxmlformats.org/drawingml/2006/main">
              <a:ext uri="{FF2B5EF4-FFF2-40B4-BE49-F238E27FC236}">
                <a16:creationId xmlns:a16="http://schemas.microsoft.com/office/drawing/2014/main" id="{80A3613B-9F2A-443F-B9C2-CCD8315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244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Manrope"/>
              </a:defRPr>
            </a:pPr>
            <a:r>
              <a:rPr sz="1200">
                <a:solidFill>
                  <a:srgbClr val="666666"/>
                </a:solidFill>
                <a:latin typeface="Manrope"/>
              </a:rPr>
              <a:t>{{ATTRIBUTION}}</a:t>
            </a:r>
          </a:p>
        </p:txBody>
      </p:sp>
      <p:sp>
        <p:nvSpPr>
          <p:cNvPr id="4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42299E4E-0083-4A4A-88BF-4798878E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625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54C8F"/>
                </a:solidFill>
                <a:latin typeface="IBM Plex Mono"/>
              </a:defRPr>
            </a:pPr>
            <a:r>
              <a:rPr sz="825">
                <a:solidFill>
                  <a:srgbClr val="654C8F"/>
                </a:solidFill>
                <a:latin typeface="IBM Plex Mono"/>
              </a:rPr>
              <a:t>{{EVIDENCE_STATUS}} · {{SOURCE}}</a:t>
            </a:r>
          </a:p>
        </p:txBody>
      </p:sp>
    </p:spTree>
    <p:extLst>
      <p:ext uri="{BB962C8B-B14F-4D97-AF65-F5344CB8AC3E}">
        <p14:creationId xmlns:p14="http://schemas.microsoft.com/office/powerpoint/2010/main" val="2048449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Maslow AI mark" title="Maslow AI mark in navy" descr="Maslow AI mark in nav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4575e7f404fe7"/>
          <a:stretch xmlns:a="http://schemas.openxmlformats.org/drawingml/2006/main"/>
        </p:blipFill>
        <p:spPr>
          <a:xfrm xmlns:a="http://schemas.openxmlformats.org/drawingml/2006/main">
            <a:off x="876300" y="593071"/>
            <a:ext cx="2667000" cy="423582"/>
          </a:xfrm>
          <a:prstGeom xmlns:a="http://schemas.openxmlformats.org/drawingml/2006/main" prst="rect">
            <a:avLst/>
          </a:prstGeom>
        </p:spPr>
      </p:pic>
      <p:sp>
        <p:nvSpPr>
          <p:cNvPr id="2" name="closing-heading">
            <a:extLst xmlns:a="http://schemas.openxmlformats.org/drawingml/2006/main">
              <a:ext uri="{FF2B5EF4-FFF2-40B4-BE49-F238E27FC236}">
                <a16:creationId xmlns:a16="http://schemas.microsoft.com/office/drawing/2014/main" id="{1271DD22-2DB8-4828-9525-8920C309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92332"/>
                </a:solidFill>
                <a:latin typeface="Manrope"/>
              </a:defRPr>
            </a:pPr>
            <a:r>
              <a:rPr sz="3900" b="1">
                <a:solidFill>
                  <a:srgbClr val="192332"/>
                </a:solidFill>
                <a:latin typeface="Manrope"/>
              </a:rPr>
              <a:t>{{NEXT_ACTION_HEADLINE}}</a:t>
            </a:r>
          </a:p>
        </p:txBody>
      </p:sp>
      <p:sp>
        <p:nvSpPr>
          <p:cNvPr id="3" name="closing-action">
            <a:extLst xmlns:a="http://schemas.openxmlformats.org/drawingml/2006/main">
              <a:ext uri="{FF2B5EF4-FFF2-40B4-BE49-F238E27FC236}">
                <a16:creationId xmlns:a16="http://schemas.microsoft.com/office/drawing/2014/main" id="{F76119AB-0A0F-4ECC-93AC-AEFBC4B9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ing-action-label">
            <a:extLst xmlns:a="http://schemas.openxmlformats.org/drawingml/2006/main">
              <a:ext uri="{FF2B5EF4-FFF2-40B4-BE49-F238E27FC236}">
                <a16:creationId xmlns:a16="http://schemas.microsoft.com/office/drawing/2014/main" id="{F00AEAFF-D271-44EB-ABD5-5ABC58F2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IBM Plex Mono"/>
              </a:defRPr>
            </a:pPr>
            <a:r>
              <a:rPr sz="1200" b="1">
                <a:solidFill>
                  <a:srgbClr val="FFFFFF"/>
                </a:solidFill>
                <a:latin typeface="IBM Plex Mono"/>
              </a:rPr>
              <a:t>{{CTA_LABEL}}</a:t>
            </a:r>
          </a:p>
        </p:txBody>
      </p:sp>
      <p:sp>
        <p:nvSpPr>
          <p:cNvPr id="5" name="closing-action-signal">
            <a:extLst xmlns:a="http://schemas.openxmlformats.org/drawingml/2006/main">
              <a:ext uri="{FF2B5EF4-FFF2-40B4-BE49-F238E27FC236}">
                <a16:creationId xmlns:a16="http://schemas.microsoft.com/office/drawing/2014/main" id="{244CEB53-52D7-4BDD-8955-302066B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7B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2FCD7C76-1067-4A41-AA64-5A3A1D9A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IBM Plex Mono"/>
              </a:defRPr>
            </a:pPr>
            <a:r>
              <a:rPr sz="975">
                <a:solidFill>
                  <a:srgbClr val="666666"/>
                </a:solidFill>
                <a:latin typeface="IBM Plex Mono"/>
              </a:rPr>
              <a:t>{{CONTACT}}</a:t>
            </a:r>
          </a:p>
        </p:txBody>
      </p:sp>
      <p:sp>
        <p:nvSpPr>
          <p:cNvPr id="7" name="footer-wordmark-{{FOLIO}}">
            <a:extLst xmlns:a="http://schemas.openxmlformats.org/drawingml/2006/main">
              <a:ext uri="{FF2B5EF4-FFF2-40B4-BE49-F238E27FC236}">
                <a16:creationId xmlns:a16="http://schemas.microsoft.com/office/drawing/2014/main" id="{F1052A9D-23A1-4F64-917E-F7FE289D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5A5A5"/>
                </a:solidFill>
                <a:latin typeface="IBM Plex Mono"/>
              </a:defRPr>
            </a:pPr>
            <a:r>
              <a:rPr sz="900" b="1">
                <a:solidFill>
                  <a:srgbClr val="A5A5A5"/>
                </a:solidFill>
                <a:latin typeface="IBM Plex Mono"/>
              </a:rPr>
              <a:t>MASLOW AI</a:t>
            </a:r>
          </a:p>
        </p:txBody>
      </p:sp>
      <p:sp>
        <p:nvSpPr>
          <p:cNvPr id="8" name="footer-folio-{{FOLIO}}">
            <a:extLst xmlns:a="http://schemas.openxmlformats.org/drawingml/2006/main">
              <a:ext uri="{FF2B5EF4-FFF2-40B4-BE49-F238E27FC236}">
                <a16:creationId xmlns:a16="http://schemas.microsoft.com/office/drawing/2014/main" id="{6211CA7C-2C04-4ADF-87D7-3B77DA77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36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A5A5A5"/>
                </a:solidFill>
                <a:latin typeface="IBM Plex Mono"/>
              </a:defRPr>
            </a:pPr>
            <a:r>
              <a:rPr sz="825">
                <a:solidFill>
                  <a:srgbClr val="A5A5A5"/>
                </a:solidFill>
                <a:latin typeface="IBM Plex Mono"/>
              </a:rPr>
              <a:t>MASLOW AI · {{FOLIO}}</a:t>
            </a:r>
          </a:p>
        </p:txBody>
      </p:sp>
    </p:spTree>
    <p:extLst>
      <p:ext uri="{BB962C8B-B14F-4D97-AF65-F5344CB8AC3E}">
        <p14:creationId xmlns:p14="http://schemas.microsoft.com/office/powerpoint/2010/main" val="296133631"/>
      </p:ext>
    </p:extLst>
  </p:cSld>
</p:sld>
</file>

<file path=ppt/theme/theme1.xml><?xml version="1.0" encoding="utf-8"?>
<a:theme xmlns:a="http://schemas.openxmlformats.org/drawingml/2006/main" name="ChatGPT">
  <a:themeElements>
    <a:clrScheme name="Maslow Brand OS 1.0.1">
      <a:dk1>
        <a:srgbClr val="333333"/>
      </a:dk1>
      <a:lt1>
        <a:srgbClr val="FFFFFF"/>
      </a:lt1>
      <a:dk2>
        <a:srgbClr val="121D35"/>
      </a:dk2>
      <a:lt2>
        <a:srgbClr val="E1E1E1"/>
      </a:lt2>
      <a:accent1>
        <a:srgbClr val="192332"/>
      </a:accent1>
      <a:accent2>
        <a:srgbClr val="73C1AE"/>
      </a:accent2>
      <a:accent3>
        <a:srgbClr val="654C8F"/>
      </a:accent3>
      <a:accent4>
        <a:srgbClr val="EBA93D"/>
      </a:accent4>
      <a:accent5>
        <a:srgbClr val="EE7BB3"/>
      </a:accent5>
      <a:accent6>
        <a:srgbClr val="FFF860"/>
      </a:accent6>
      <a:hlink>
        <a:srgbClr val="9D4B8E"/>
      </a:hlink>
      <a:folHlink>
        <a:srgbClr val="654C8F"/>
      </a:folHlink>
    </a:clrScheme>
    <a:fontScheme name="Office">
      <a:majorFont>
        <a:latin typeface="Manrope"/>
        <a:ea typeface="Calibri Light"/>
        <a:cs typeface="Calibri Light"/>
      </a:majorFont>
      <a:minorFont>
        <a:latin typeface="Manrope"/>
        <a:ea typeface="Calibri"/>
        <a:cs typeface="Calibri"/>
      </a:minorFont>
    </a:fontScheme>
    <a:fmtScheme name="Maslow Brand OS 1.0.1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2026-08-20T00:28:52.9550000Z</dcterms:created>
  <dcterms:modified xsi:type="dcterms:W3CDTF">2026-08-20T00:28:52.9550000Z</dcterms:modified>
</coreProperties>
</file>