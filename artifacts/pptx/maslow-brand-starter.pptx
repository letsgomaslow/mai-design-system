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Type="http://schemas.openxmlformats.org/officeDocument/2006/relationships/extended-properties" Target="/docProps/app.xml" Id="rId1"/><Relationship Type="http://schemas.openxmlformats.org/officeDocument/2006/relationships/officeDocument" Target="/ppt/presentation.xml" Id="rId2"/><Relationship Type="http://schemas.openxmlformats.org/package/2006/relationships/metadata/core-properties" Target="/docProps/core.xml" Id="rId3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9"/>
    <p:sldMasterId xmlns:r="http://schemas.openxmlformats.org/officeDocument/2006/relationships" id="2147483650" r:id="rId10"/>
  </p:sldMasterIdLst>
  <p:notesMasterIdLst>
    <p:notesMasterId xmlns:r="http://schemas.openxmlformats.org/officeDocument/2006/relationships" r:id="rId1"/>
  </p:notesMasterIdLst>
  <p:sldIdLst>
    <p:sldId xmlns:r="http://schemas.openxmlformats.org/officeDocument/2006/relationships" id="256" r:id="rId3"/>
    <p:sldId xmlns:r="http://schemas.openxmlformats.org/officeDocument/2006/relationships" id="257" r:id="rId4"/>
    <p:sldId xmlns:r="http://schemas.openxmlformats.org/officeDocument/2006/relationships" id="258" r:id="rId5"/>
    <p:sldId xmlns:r="http://schemas.openxmlformats.org/officeDocument/2006/relationships" id="259" r:id="rId6"/>
    <p:sldId xmlns:r="http://schemas.openxmlformats.org/officeDocument/2006/relationships" id="260" r:id="rId7"/>
    <p:sldId xmlns:r="http://schemas.openxmlformats.org/officeDocument/2006/relationships" id="261" r:id="rId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notesMaster" Target="/ppt/notesMasters/notesMaster1.xml" Id="rId1"/><Relationship Type="http://schemas.openxmlformats.org/officeDocument/2006/relationships/presProps" Target="/ppt/presProps.xml" Id="rId2"/><Relationship Type="http://schemas.openxmlformats.org/officeDocument/2006/relationships/slide" Target="/ppt/slides/slide1.xml" Id="rId3"/><Relationship Type="http://schemas.openxmlformats.org/officeDocument/2006/relationships/slide" Target="/ppt/slides/slide2.xml" Id="rId4"/><Relationship Type="http://schemas.openxmlformats.org/officeDocument/2006/relationships/slide" Target="/ppt/slides/slide3.xml" Id="rId5"/><Relationship Type="http://schemas.openxmlformats.org/officeDocument/2006/relationships/slide" Target="/ppt/slides/slide4.xml" Id="rId6"/><Relationship Type="http://schemas.openxmlformats.org/officeDocument/2006/relationships/slide" Target="/ppt/slides/slide5.xml" Id="rId7"/><Relationship Type="http://schemas.openxmlformats.org/officeDocument/2006/relationships/slide" Target="/ppt/slides/slide6.xml" Id="rId8"/><Relationship Type="http://schemas.openxmlformats.org/officeDocument/2006/relationships/slideMaster" Target="/ppt/slideMasters/slideMaster1.xml" Id="rId9"/><Relationship Type="http://schemas.openxmlformats.org/officeDocument/2006/relationships/slideMaster" Target="/ppt/slideMasters/slideMaster2.xml" Id="rId10"/><Relationship Type="http://schemas.openxmlformats.org/officeDocument/2006/relationships/tableStyles" Target="/ppt/tableStyles.xml" Id="rId11"/><Relationship Type="http://schemas.openxmlformats.org/officeDocument/2006/relationships/theme" Target="/ppt/theme/theme1.xml" Id="rId12"/></Relationships>
</file>

<file path=ppt/notesMasters/_rels/notesMaster1.xml.rels><?xml version='1.0' encoding='UTF-8' standalone='yes'?>
<Relationships xmlns="http://schemas.openxmlformats.org/package/2006/relationships"><Relationship Type="http://schemas.openxmlformats.org/officeDocument/2006/relationships/theme" Target="/ppt/notesMasters/theme/theme4.xml" Id="rId1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Maslow Brand OS 1.1.0">
      <a:dk1>
        <a:srgbClr val="333333"/>
      </a:dk1>
      <a:lt1>
        <a:srgbClr val="FFFFFF"/>
      </a:lt1>
      <a:dk2>
        <a:srgbClr val="121D35"/>
      </a:dk2>
      <a:lt2>
        <a:srgbClr val="E1E1E1"/>
      </a:lt2>
      <a:accent1>
        <a:srgbClr val="192332"/>
      </a:accent1>
      <a:accent2>
        <a:srgbClr val="73C1AE"/>
      </a:accent2>
      <a:accent3>
        <a:srgbClr val="654C8F"/>
      </a:accent3>
      <a:accent4>
        <a:srgbClr val="EBA93D"/>
      </a:accent4>
      <a:accent5>
        <a:srgbClr val="EE7BB3"/>
      </a:accent5>
      <a:accent6>
        <a:srgbClr val="FFF860"/>
      </a:accent6>
      <a:hlink>
        <a:srgbClr val="9D4B8E"/>
      </a:hlink>
      <a:folHlink>
        <a:srgbClr val="654C8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Maslow Brand OS 1.1.0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Type="http://schemas.openxmlformats.org/officeDocument/2006/relationships/notesMaster" Target="/ppt/notesMasters/notesMaster1.xml" Id="rId1"/><Relationship Type="http://schemas.openxmlformats.org/officeDocument/2006/relationships/slide" Target="/ppt/slides/slide1.xml" Id="rId2"/></Relationships>
</file>

<file path=ppt/notesSlides/_rels/notesSlide2.xml.rels><?xml version='1.0' encoding='UTF-8' standalone='yes'?>
<Relationships xmlns="http://schemas.openxmlformats.org/package/2006/relationships"><Relationship Type="http://schemas.openxmlformats.org/officeDocument/2006/relationships/notesMaster" Target="/ppt/notesMasters/notesMaster1.xml" Id="rId1"/><Relationship Type="http://schemas.openxmlformats.org/officeDocument/2006/relationships/slide" Target="/ppt/slides/slide2.xml" Id="rId2"/></Relationships>
</file>

<file path=ppt/notesSlides/_rels/notesSlide3.xml.rels><?xml version='1.0' encoding='UTF-8' standalone='yes'?>
<Relationships xmlns="http://schemas.openxmlformats.org/package/2006/relationships"><Relationship Type="http://schemas.openxmlformats.org/officeDocument/2006/relationships/notesMaster" Target="/ppt/notesMasters/notesMaster1.xml" Id="rId1"/><Relationship Type="http://schemas.openxmlformats.org/officeDocument/2006/relationships/slide" Target="/ppt/slides/slide3.xml" Id="rId2"/></Relationships>
</file>

<file path=ppt/notesSlides/_rels/notesSlide4.xml.rels><?xml version='1.0' encoding='UTF-8' standalone='yes'?>
<Relationships xmlns="http://schemas.openxmlformats.org/package/2006/relationships"><Relationship Type="http://schemas.openxmlformats.org/officeDocument/2006/relationships/notesMaster" Target="/ppt/notesMasters/notesMaster1.xml" Id="rId1"/><Relationship Type="http://schemas.openxmlformats.org/officeDocument/2006/relationships/slide" Target="/ppt/slides/slide4.xml" Id="rId2"/></Relationships>
</file>

<file path=ppt/notesSlides/_rels/notesSlide5.xml.rels><?xml version='1.0' encoding='UTF-8' standalone='yes'?>
<Relationships xmlns="http://schemas.openxmlformats.org/package/2006/relationships"><Relationship Type="http://schemas.openxmlformats.org/officeDocument/2006/relationships/notesMaster" Target="/ppt/notesMasters/notesMaster1.xml" Id="rId1"/><Relationship Type="http://schemas.openxmlformats.org/officeDocument/2006/relationships/slide" Target="/ppt/slides/slide5.xml" Id="rId2"/></Relationships>
</file>

<file path=ppt/notesSlides/_rels/notesSlide6.xml.rels><?xml version='1.0' encoding='UTF-8' standalone='yes'?>
<Relationships xmlns="http://schemas.openxmlformats.org/package/2006/relationships"><Relationship Type="http://schemas.openxmlformats.org/officeDocument/2006/relationships/notesMaster" Target="/ppt/notesMasters/notesMaster1.xml" Id="rId1"/><Relationship Type="http://schemas.openxmlformats.org/officeDocument/2006/relationships/slide" Target="/ppt/slides/slide6.xml" Id="rId2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01 Title. Replace all variables. Keep the external position intact unless an approved campaign brief requires a narrower headline.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02 Section. The pink rule is a small signal. Keep all readable text in navy, white, teal, or accessible purple.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03 Content. Each row names the waiting workflow, responsible owner, and deliverable. Keep one communication job on the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04 Evidence. Every claim requires production, modeled, illustrative, or in_preparation plus a source. Put longer provenance here in speaker notes.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05 Quote. Do not release an unsourced quote. If the quote is an illustrative writing pattern, label it illustrative on the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06 Closing. End on one explicit next action. The action is navy on white; pink remains a small signal.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Id1"/></Relationships>
</file>

<file path=ppt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2.xml" Id="rId1"/></Relationships>
</file>

<file path=ppt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2.xml" Id="rId1"/></Relationships>
</file>

<file path=ppt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2.xml" Id="rId1"/></Relationships>
</file>

<file path=ppt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2.xml" Id="rId1"/></Relationships>
</file>

<file path=ppt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2.xml" Id="rId1"/></Relationships>
</file>

<file path=ppt/slideLayouts/_rels/slideLayout7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2.xml" Id="rId1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01 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1 Title background">
            <a:extLst xmlns:a="http://schemas.openxmlformats.org/drawingml/2006/main">
              <a:ext uri="{FF2B5EF4-FFF2-40B4-BE49-F238E27FC236}">
                <a16:creationId xmlns:a16="http://schemas.microsoft.com/office/drawing/2014/main" id="{310190F3-A5DF-55A3-B6C0-43AC89EE7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D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1 Title title 0">
            <a:extLst xmlns:a="http://schemas.openxmlformats.org/drawingml/2006/main">
              <a:ext uri="{FF2B5EF4-FFF2-40B4-BE49-F238E27FC236}">
                <a16:creationId xmlns:a16="http://schemas.microsoft.com/office/drawing/2014/main" id="{BF3ECDF5-084E-5F6F-836E-EAA19091915D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2571750"/>
            <a:ext cx="9715500" cy="20955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{{TITLE}}</a:t>
            </a:r>
          </a:p>
        </p:txBody>
      </p:sp>
      <p:sp>
        <p:nvSpPr>
          <p:cNvPr id="4" name="01 Title subtitle 0">
            <a:extLst xmlns:a="http://schemas.openxmlformats.org/drawingml/2006/main">
              <a:ext uri="{FF2B5EF4-FFF2-40B4-BE49-F238E27FC236}">
                <a16:creationId xmlns:a16="http://schemas.microsoft.com/office/drawing/2014/main" id="{9790C2EA-1A6D-5ADB-A006-DB6933ACC03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4876800"/>
            <a:ext cx="8572500" cy="6667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{{SUBTITLE}}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>
  <p:cSld name="02 Sec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2 Section background">
            <a:extLst xmlns:a="http://schemas.openxmlformats.org/drawingml/2006/main">
              <a:ext uri="{FF2B5EF4-FFF2-40B4-BE49-F238E27FC236}">
                <a16:creationId xmlns:a16="http://schemas.microsoft.com/office/drawing/2014/main" id="{3E2C7BFB-1C52-56BF-B6DE-6D4D2A8F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D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2 Section title 0">
            <a:extLst xmlns:a="http://schemas.openxmlformats.org/drawingml/2006/main">
              <a:ext uri="{FF2B5EF4-FFF2-40B4-BE49-F238E27FC236}">
                <a16:creationId xmlns:a16="http://schemas.microsoft.com/office/drawing/2014/main" id="{95004533-AA10-5A36-8A0C-F418CF157EA6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4095750"/>
            <a:ext cx="9048750" cy="12382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{{TITLE}}</a:t>
            </a:r>
          </a:p>
        </p:txBody>
      </p:sp>
      <p:sp>
        <p:nvSpPr>
          <p:cNvPr id="4" name="02 Section subtitle 0">
            <a:extLst xmlns:a="http://schemas.openxmlformats.org/drawingml/2006/main">
              <a:ext uri="{FF2B5EF4-FFF2-40B4-BE49-F238E27FC236}">
                <a16:creationId xmlns:a16="http://schemas.microsoft.com/office/drawing/2014/main" id="{66DAC599-2E9B-5E94-AD7D-6DF459FC075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3676650"/>
            <a:ext cx="6191250" cy="3238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{{SUBTITLE}}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>
  <p:cSld name="03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3 Content background">
            <a:extLst xmlns:a="http://schemas.openxmlformats.org/drawingml/2006/main">
              <a:ext uri="{FF2B5EF4-FFF2-40B4-BE49-F238E27FC236}">
                <a16:creationId xmlns:a16="http://schemas.microsoft.com/office/drawing/2014/main" id="{D87BB0D0-8F4A-525D-A2AB-E1D33D509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3 Content title 0">
            <a:extLst xmlns:a="http://schemas.openxmlformats.org/drawingml/2006/main">
              <a:ext uri="{FF2B5EF4-FFF2-40B4-BE49-F238E27FC236}">
                <a16:creationId xmlns:a16="http://schemas.microsoft.com/office/drawing/2014/main" id="{ED38757D-C3CD-5DCE-871E-ACCF23CFA5C1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971550"/>
            <a:ext cx="9810750" cy="7810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{{TITLE}}</a:t>
            </a:r>
          </a:p>
        </p:txBody>
      </p:sp>
      <p:sp>
        <p:nvSpPr>
          <p:cNvPr id="4" name="03 Content body 0">
            <a:extLst xmlns:a="http://schemas.openxmlformats.org/drawingml/2006/main">
              <a:ext uri="{FF2B5EF4-FFF2-40B4-BE49-F238E27FC236}">
                <a16:creationId xmlns:a16="http://schemas.microsoft.com/office/drawing/2014/main" id="{2BC6FFDF-9EB8-5016-893F-129CF56C085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2000250"/>
            <a:ext cx="9810750" cy="3429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{{BODY}}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>
  <p:cSld name="04 Evidenc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4 Evidence background">
            <a:extLst xmlns:a="http://schemas.openxmlformats.org/drawingml/2006/main">
              <a:ext uri="{FF2B5EF4-FFF2-40B4-BE49-F238E27FC236}">
                <a16:creationId xmlns:a16="http://schemas.microsoft.com/office/drawing/2014/main" id="{7FD1B23C-9D80-5101-874D-7B6D18740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D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4 Evidence title 0">
            <a:extLst xmlns:a="http://schemas.openxmlformats.org/drawingml/2006/main">
              <a:ext uri="{FF2B5EF4-FFF2-40B4-BE49-F238E27FC236}">
                <a16:creationId xmlns:a16="http://schemas.microsoft.com/office/drawing/2014/main" id="{AC01EC95-7E27-5997-9017-60B8B43DC4EA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971550"/>
            <a:ext cx="9810750" cy="7810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{{TITLE}}</a:t>
            </a:r>
          </a:p>
        </p:txBody>
      </p:sp>
      <p:sp>
        <p:nvSpPr>
          <p:cNvPr id="4" name="04 Evidence body 0">
            <a:extLst xmlns:a="http://schemas.openxmlformats.org/drawingml/2006/main">
              <a:ext uri="{FF2B5EF4-FFF2-40B4-BE49-F238E27FC236}">
                <a16:creationId xmlns:a16="http://schemas.microsoft.com/office/drawing/2014/main" id="{718D0A01-D416-5145-BB47-B3087DCC015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2190750"/>
            <a:ext cx="9810750" cy="31432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{{BODY}}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>
  <p:cSld name="05 Quot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5 Quote background">
            <a:extLst xmlns:a="http://schemas.openxmlformats.org/drawingml/2006/main">
              <a:ext uri="{FF2B5EF4-FFF2-40B4-BE49-F238E27FC236}">
                <a16:creationId xmlns:a16="http://schemas.microsoft.com/office/drawing/2014/main" id="{EA03A625-C576-50B9-8010-5A09FC913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5 Quote title 0">
            <a:extLst xmlns:a="http://schemas.openxmlformats.org/drawingml/2006/main">
              <a:ext uri="{FF2B5EF4-FFF2-40B4-BE49-F238E27FC236}">
                <a16:creationId xmlns:a16="http://schemas.microsoft.com/office/drawing/2014/main" id="{02AE9DC2-2DBC-50F9-94A3-242DB207F66C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1238250" y="2190750"/>
            <a:ext cx="9525000" cy="21907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{{TITLE}}</a:t>
            </a:r>
          </a:p>
        </p:txBody>
      </p:sp>
      <p:sp>
        <p:nvSpPr>
          <p:cNvPr id="4" name="05 Quote subtitle 0">
            <a:extLst xmlns:a="http://schemas.openxmlformats.org/drawingml/2006/main">
              <a:ext uri="{FF2B5EF4-FFF2-40B4-BE49-F238E27FC236}">
                <a16:creationId xmlns:a16="http://schemas.microsoft.com/office/drawing/2014/main" id="{5EA47EC0-2F7A-5850-81B7-707BBB28634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38250" y="4667250"/>
            <a:ext cx="8572500" cy="6667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{{SUBTITLE}}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>
  <p:cSld name="06 Closing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6 Closing background">
            <a:extLst xmlns:a="http://schemas.openxmlformats.org/drawingml/2006/main">
              <a:ext uri="{FF2B5EF4-FFF2-40B4-BE49-F238E27FC236}">
                <a16:creationId xmlns:a16="http://schemas.microsoft.com/office/drawing/2014/main" id="{EAD0AA3D-F242-5E86-9CAC-5B3BCEB5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6 Closing title 0">
            <a:extLst xmlns:a="http://schemas.openxmlformats.org/drawingml/2006/main">
              <a:ext uri="{FF2B5EF4-FFF2-40B4-BE49-F238E27FC236}">
                <a16:creationId xmlns:a16="http://schemas.microsoft.com/office/drawing/2014/main" id="{D5D0681F-10AE-52E1-AE2E-6204F99903F5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2095500"/>
            <a:ext cx="9715500" cy="16192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{{TITLE}}</a:t>
            </a:r>
          </a:p>
        </p:txBody>
      </p:sp>
      <p:sp>
        <p:nvSpPr>
          <p:cNvPr id="4" name="06 Closing subtitle 0">
            <a:extLst xmlns:a="http://schemas.openxmlformats.org/drawingml/2006/main">
              <a:ext uri="{FF2B5EF4-FFF2-40B4-BE49-F238E27FC236}">
                <a16:creationId xmlns:a16="http://schemas.microsoft.com/office/drawing/2014/main" id="{885AD679-944C-568D-AFF3-6A3289FBC63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4095750"/>
            <a:ext cx="6667500" cy="7048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{{SUBTITLE}}</a:t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Id1"/><Relationship Type="http://schemas.openxmlformats.org/officeDocument/2006/relationships/theme" Target="/ppt/slideMasters/theme/theme2.xml" Id="rId2"/></Relationships>
</file>

<file path=ppt/slideMasters/_rels/slideMaster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2.xml" Id="rId1"/><Relationship Type="http://schemas.openxmlformats.org/officeDocument/2006/relationships/slideLayout" Target="/ppt/slideLayouts/slideLayout3.xml" Id="rId2"/><Relationship Type="http://schemas.openxmlformats.org/officeDocument/2006/relationships/slideLayout" Target="/ppt/slideLayouts/slideLayout4.xml" Id="rId3"/><Relationship Type="http://schemas.openxmlformats.org/officeDocument/2006/relationships/slideLayout" Target="/ppt/slideLayouts/slideLayout5.xml" Id="rId4"/><Relationship Type="http://schemas.openxmlformats.org/officeDocument/2006/relationships/slideLayout" Target="/ppt/slideLayouts/slideLayout6.xml" Id="rId5"/><Relationship Type="http://schemas.openxmlformats.org/officeDocument/2006/relationships/slideLayout" Target="/ppt/slideLayouts/slideLayout7.xml" Id="rId6"/><Relationship Type="http://schemas.openxmlformats.org/officeDocument/2006/relationships/theme" Target="/ppt/slideMasters/theme/theme3.xml" Id="rId7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Maslow Brand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Id1"/>
    <p:sldLayoutId xmlns:r="http://schemas.openxmlformats.org/officeDocument/2006/relationships" id="2147483652" r:id="rId2"/>
    <p:sldLayoutId xmlns:r="http://schemas.openxmlformats.org/officeDocument/2006/relationships" id="2147483653" r:id="rId3"/>
    <p:sldLayoutId xmlns:r="http://schemas.openxmlformats.org/officeDocument/2006/relationships" id="2147483654" r:id="rId4"/>
    <p:sldLayoutId xmlns:r="http://schemas.openxmlformats.org/officeDocument/2006/relationships" id="2147483655" r:id="rId5"/>
    <p:sldLayoutId xmlns:r="http://schemas.openxmlformats.org/officeDocument/2006/relationships" id="2147483656" r:id="rId6"/>
  </p:sldLayoutIdLst>
</p:sldMaster>
</file>

<file path=ppt/slideMasters/theme/theme2.xml><?xml version="1.0" encoding="utf-8"?>
<a:theme xmlns:a="http://schemas.openxmlformats.org/drawingml/2006/main" name="ChatGPT">
  <a:themeElements>
    <a:clrScheme name="Maslow Brand OS 1.1.0">
      <a:dk1>
        <a:srgbClr val="333333"/>
      </a:dk1>
      <a:lt1>
        <a:srgbClr val="FFFFFF"/>
      </a:lt1>
      <a:dk2>
        <a:srgbClr val="121D35"/>
      </a:dk2>
      <a:lt2>
        <a:srgbClr val="E1E1E1"/>
      </a:lt2>
      <a:accent1>
        <a:srgbClr val="192332"/>
      </a:accent1>
      <a:accent2>
        <a:srgbClr val="73C1AE"/>
      </a:accent2>
      <a:accent3>
        <a:srgbClr val="654C8F"/>
      </a:accent3>
      <a:accent4>
        <a:srgbClr val="EBA93D"/>
      </a:accent4>
      <a:accent5>
        <a:srgbClr val="EE7BB3"/>
      </a:accent5>
      <a:accent6>
        <a:srgbClr val="FFF860"/>
      </a:accent6>
      <a:hlink>
        <a:srgbClr val="9D4B8E"/>
      </a:hlink>
      <a:folHlink>
        <a:srgbClr val="654C8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Maslow Brand OS 1.1.0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Maslow Brand OS 1.1.0">
      <a:dk1>
        <a:srgbClr val="333333"/>
      </a:dk1>
      <a:lt1>
        <a:srgbClr val="FFFFFF"/>
      </a:lt1>
      <a:dk2>
        <a:srgbClr val="121D35"/>
      </a:dk2>
      <a:lt2>
        <a:srgbClr val="E1E1E1"/>
      </a:lt2>
      <a:accent1>
        <a:srgbClr val="192332"/>
      </a:accent1>
      <a:accent2>
        <a:srgbClr val="73C1AE"/>
      </a:accent2>
      <a:accent3>
        <a:srgbClr val="654C8F"/>
      </a:accent3>
      <a:accent4>
        <a:srgbClr val="EBA93D"/>
      </a:accent4>
      <a:accent5>
        <a:srgbClr val="EE7BB3"/>
      </a:accent5>
      <a:accent6>
        <a:srgbClr val="FFF860"/>
      </a:accent6>
      <a:hlink>
        <a:srgbClr val="9D4B8E"/>
      </a:hlink>
      <a:folHlink>
        <a:srgbClr val="654C8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Maslow Brand OS 1.1.0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image" Target="/ppt/media/image.png" Id="rId1"/><Relationship Type="http://schemas.openxmlformats.org/officeDocument/2006/relationships/notesSlide" Target="/ppt/notesSlides/notesSlide1.xml" Id="rId2"/><Relationship Type="http://schemas.openxmlformats.org/officeDocument/2006/relationships/slideLayout" Target="/ppt/slideLayouts/slideLayout2.xml" Id="rId3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notesSlide" Target="/ppt/notesSlides/notesSlide2.xml" Id="rId1"/><Relationship Type="http://schemas.openxmlformats.org/officeDocument/2006/relationships/slideLayout" Target="/ppt/slideLayouts/slideLayout3.xml" Id="rId2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notesSlide" Target="/ppt/notesSlides/notesSlide3.xml" Id="rId1"/><Relationship Type="http://schemas.openxmlformats.org/officeDocument/2006/relationships/slideLayout" Target="/ppt/slideLayouts/slideLayout4.xml" Id="rId2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notesSlide" Target="/ppt/notesSlides/notesSlide4.xml" Id="rId1"/><Relationship Type="http://schemas.openxmlformats.org/officeDocument/2006/relationships/slideLayout" Target="/ppt/slideLayouts/slideLayout5.xml" Id="rId2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notesSlide" Target="/ppt/notesSlides/notesSlide5.xml" Id="rId1"/><Relationship Type="http://schemas.openxmlformats.org/officeDocument/2006/relationships/slideLayout" Target="/ppt/slideLayouts/slideLayout6.xml" Id="rId2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image" Target="/ppt/media/image2.png" Id="rId1"/><Relationship Type="http://schemas.openxmlformats.org/officeDocument/2006/relationships/notesSlide" Target="/ppt/notesSlides/notesSlide6.xml" Id="rId2"/><Relationship Type="http://schemas.openxmlformats.org/officeDocument/2006/relationships/slideLayout" Target="/ppt/slideLayouts/slideLayout7.xml" Id="rId3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1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Maslow AI mark" title="Maslow AI mark in white" descr="Maslow AI mark in whit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1"/>
          <a:stretch xmlns:a="http://schemas.openxmlformats.org/drawingml/2006/main"/>
        </p:blipFill>
        <p:spPr>
          <a:xfrm xmlns:a="http://schemas.openxmlformats.org/drawingml/2006/main">
            <a:off x="876300" y="593071"/>
            <a:ext cx="2667000" cy="423582"/>
          </a:xfrm>
          <a:prstGeom xmlns:a="http://schemas.openxmlformats.org/drawingml/2006/main" prst="rect">
            <a:avLst/>
          </a:prstGeom>
        </p:spPr>
      </p:pic>
      <p:sp>
        <p:nvSpPr>
          <p:cNvPr id="2" name="title-eyebrow">
            <a:extLst xmlns:a="http://schemas.openxmlformats.org/drawingml/2006/main">
              <a:ext uri="{FF2B5EF4-FFF2-40B4-BE49-F238E27FC236}">
                <a16:creationId xmlns:a16="http://schemas.microsoft.com/office/drawing/2014/main" id="{EADA48C7-92E3-511D-8FB4-24D97440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73C1AE"/>
                </a:solidFill>
                <a:latin typeface="IBM Plex Mono"/>
              </a:defRPr>
            </a:pPr>
            <a:r>
              <a:rPr sz="1125" b="1">
                <a:solidFill>
                  <a:srgbClr val="73C1AE"/>
                </a:solidFill>
                <a:latin typeface="IBM Plex Mono"/>
              </a:rPr>
              <a:t>{{DATE}} · {{AUDIENCE}}</a:t>
            </a:r>
          </a:p>
        </p:txBody>
      </p:sp>
      <p:sp>
        <p:nvSpPr>
          <p:cNvPr id="3" name="title-heading">
            <a:extLst xmlns:a="http://schemas.openxmlformats.org/drawingml/2006/main">
              <a:ext uri="{FF2B5EF4-FFF2-40B4-BE49-F238E27FC236}">
                <a16:creationId xmlns:a16="http://schemas.microsoft.com/office/drawing/2014/main" id="{D34DE48F-E1F3-5F41-8DB7-BC6DF56A6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9906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Manrope"/>
              </a:defRPr>
            </a:pPr>
            <a:r>
              <a:rPr sz="4350" b="1">
                <a:solidFill>
                  <a:srgbClr val="FFFFFF"/>
                </a:solidFill>
                <a:latin typeface="Manrope"/>
              </a:rPr>
              <a:t>AI employees for the work that waits</a:t>
            </a:r>
          </a:p>
        </p:txBody>
      </p:sp>
      <p:sp>
        <p:nvSpPr>
          <p:cNvPr id="4" name="title-subtitle">
            <a:extLst xmlns:a="http://schemas.openxmlformats.org/drawingml/2006/main">
              <a:ext uri="{FF2B5EF4-FFF2-40B4-BE49-F238E27FC236}">
                <a16:creationId xmlns:a16="http://schemas.microsoft.com/office/drawing/2014/main" id="{BD1D932B-6ED0-533C-B450-F68AD75A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53000"/>
            <a:ext cx="800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B8C4D9"/>
                </a:solidFill>
                <a:latin typeface="Manrope"/>
              </a:defRPr>
            </a:pPr>
            <a:r>
              <a:rPr sz="1500">
                <a:solidFill>
                  <a:srgbClr val="B8C4D9"/>
                </a:solidFill>
                <a:latin typeface="Manrope"/>
              </a:rPr>
              <a:t>{{PRESENTER}} · {{ENGAGEMENT}}</a:t>
            </a:r>
          </a:p>
        </p:txBody>
      </p:sp>
    </p:spTree>
    <p:extLst>
      <p:ext uri="{BB962C8B-B14F-4D97-AF65-F5344CB8AC3E}">
        <p14:creationId xmlns:p14="http://schemas.microsoft.com/office/powerpoint/2010/main" val="14569979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21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ection-step-marker">
            <a:extLst xmlns:a="http://schemas.openxmlformats.org/drawingml/2006/main">
              <a:ext uri="{FF2B5EF4-FFF2-40B4-BE49-F238E27FC236}">
                <a16:creationId xmlns:a16="http://schemas.microsoft.com/office/drawing/2014/main" id="{6A5B9837-AFB3-5A02-BECC-FA0DADC6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71500"/>
            <a:ext cx="2381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900" b="1">
                <a:solidFill>
                  <a:srgbClr val="73C1AE"/>
                </a:solidFill>
                <a:latin typeface="Manrope"/>
              </a:defRPr>
            </a:pPr>
            <a:r>
              <a:rPr sz="9900" b="1">
                <a:solidFill>
                  <a:srgbClr val="73C1AE"/>
                </a:solidFill>
                <a:latin typeface="Manrope"/>
              </a:rPr>
              <a:t>02</a:t>
            </a:r>
          </a:p>
        </p:txBody>
      </p:sp>
      <p:sp>
        <p:nvSpPr>
          <p:cNvPr id="2" name="section-eyebrow">
            <a:extLst xmlns:a="http://schemas.openxmlformats.org/drawingml/2006/main">
              <a:ext uri="{FF2B5EF4-FFF2-40B4-BE49-F238E27FC236}">
                <a16:creationId xmlns:a16="http://schemas.microsoft.com/office/drawing/2014/main" id="{E2BD8628-9B18-58EE-8A36-F197DC6E4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73C1AE"/>
                </a:solidFill>
                <a:latin typeface="IBM Plex Mono"/>
              </a:defRPr>
            </a:pPr>
            <a:r>
              <a:rPr sz="1125" b="1">
                <a:solidFill>
                  <a:srgbClr val="73C1AE"/>
                </a:solidFill>
                <a:latin typeface="IBM Plex Mono"/>
              </a:rPr>
              <a:t>{{SECTION_LABEL}}</a:t>
            </a:r>
          </a:p>
        </p:txBody>
      </p:sp>
      <p:sp>
        <p:nvSpPr>
          <p:cNvPr id="3" name="section-heading">
            <a:extLst xmlns:a="http://schemas.openxmlformats.org/drawingml/2006/main">
              <a:ext uri="{FF2B5EF4-FFF2-40B4-BE49-F238E27FC236}">
                <a16:creationId xmlns:a16="http://schemas.microsoft.com/office/drawing/2014/main" id="{63351BBF-6896-588A-B67F-E01E50DB2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71950"/>
            <a:ext cx="9144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FFFFF"/>
                </a:solidFill>
                <a:latin typeface="Manrope"/>
              </a:defRPr>
            </a:pPr>
            <a:r>
              <a:rPr sz="3900" b="1">
                <a:solidFill>
                  <a:srgbClr val="FFFFFF"/>
                </a:solidFill>
                <a:latin typeface="Manrope"/>
              </a:rPr>
              <a:t>{{SECTION_TITLE}}</a:t>
            </a:r>
          </a:p>
        </p:txBody>
      </p:sp>
      <p:sp>
        <p:nvSpPr>
          <p:cNvPr id="4" name="section-signal">
            <a:extLst xmlns:a="http://schemas.openxmlformats.org/drawingml/2006/main">
              <a:ext uri="{FF2B5EF4-FFF2-40B4-BE49-F238E27FC236}">
                <a16:creationId xmlns:a16="http://schemas.microsoft.com/office/drawing/2014/main" id="{CF629152-9524-59FC-8BD0-DF4258959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626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7BB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5240578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content-eyebrow">
            <a:extLst xmlns:a="http://schemas.openxmlformats.org/drawingml/2006/main">
              <a:ext uri="{FF2B5EF4-FFF2-40B4-BE49-F238E27FC236}">
                <a16:creationId xmlns:a16="http://schemas.microsoft.com/office/drawing/2014/main" id="{49F4F1FB-1527-560E-9E0C-2D0431413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05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54C8F"/>
                </a:solidFill>
                <a:latin typeface="IBM Plex Mono"/>
              </a:defRPr>
            </a:pPr>
            <a:r>
              <a:rPr sz="975" b="1">
                <a:solidFill>
                  <a:srgbClr val="654C8F"/>
                </a:solidFill>
                <a:latin typeface="IBM Plex Mono"/>
              </a:rPr>
              <a:t>{{SECTION_NUMBER}} · {{SECTION_LABEL}}</a:t>
            </a:r>
          </a:p>
        </p:txBody>
      </p:sp>
      <p:sp>
        <p:nvSpPr>
          <p:cNvPr id="2" name="content-heading">
            <a:extLst xmlns:a="http://schemas.openxmlformats.org/drawingml/2006/main">
              <a:ext uri="{FF2B5EF4-FFF2-40B4-BE49-F238E27FC236}">
                <a16:creationId xmlns:a16="http://schemas.microsoft.com/office/drawing/2014/main" id="{BDA54B1A-B0E7-5197-BA05-AF20B60D8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90600"/>
            <a:ext cx="9810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92332"/>
                </a:solidFill>
                <a:latin typeface="Manrope"/>
              </a:defRPr>
            </a:pPr>
            <a:r>
              <a:rPr sz="3000" b="1">
                <a:solidFill>
                  <a:srgbClr val="192332"/>
                </a:solidFill>
                <a:latin typeface="Manrope"/>
              </a:rPr>
              <a:t>{{SLIDE_TITLE}}</a:t>
            </a:r>
          </a:p>
        </p:txBody>
      </p:sp>
      <p:sp>
        <p:nvSpPr>
          <p:cNvPr id="3" name="content-top-rule">
            <a:extLst xmlns:a="http://schemas.openxmlformats.org/drawingml/2006/main">
              <a:ext uri="{FF2B5EF4-FFF2-40B4-BE49-F238E27FC236}">
                <a16:creationId xmlns:a16="http://schemas.microsoft.com/office/drawing/2014/main" id="{689CAA47-CF3E-5B0E-B6FD-D49EDC325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10439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3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ntent-row-01-number">
            <a:extLst xmlns:a="http://schemas.openxmlformats.org/drawingml/2006/main">
              <a:ext uri="{FF2B5EF4-FFF2-40B4-BE49-F238E27FC236}">
                <a16:creationId xmlns:a16="http://schemas.microsoft.com/office/drawing/2014/main" id="{50F66AD4-41A8-55FA-8292-7DA342807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98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3C1AE"/>
                </a:solidFill>
                <a:latin typeface="Manrope"/>
              </a:defRPr>
            </a:pPr>
            <a:r>
              <a:rPr sz="1350" b="1">
                <a:solidFill>
                  <a:srgbClr val="73C1AE"/>
                </a:solidFill>
                <a:latin typeface="Manrope"/>
              </a:rPr>
              <a:t>01</a:t>
            </a:r>
          </a:p>
        </p:txBody>
      </p:sp>
      <p:sp>
        <p:nvSpPr>
          <p:cNvPr id="5" name="content-row-01-heading">
            <a:extLst xmlns:a="http://schemas.openxmlformats.org/drawingml/2006/main">
              <a:ext uri="{FF2B5EF4-FFF2-40B4-BE49-F238E27FC236}">
                <a16:creationId xmlns:a16="http://schemas.microsoft.com/office/drawing/2014/main" id="{ED5EC6B2-03BA-561B-867F-4BCD52A7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209800"/>
            <a:ext cx="3524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92332"/>
                </a:solidFill>
                <a:latin typeface="Manrope"/>
              </a:defRPr>
            </a:pPr>
            <a:r>
              <a:rPr sz="1650" b="1">
                <a:solidFill>
                  <a:srgbClr val="192332"/>
                </a:solidFill>
                <a:latin typeface="Manrope"/>
              </a:rPr>
              <a:t>{{WORKFLOW_ONE}}</a:t>
            </a:r>
          </a:p>
        </p:txBody>
      </p:sp>
      <p:sp>
        <p:nvSpPr>
          <p:cNvPr id="6" name="content-row-01-body">
            <a:extLst xmlns:a="http://schemas.openxmlformats.org/drawingml/2006/main">
              <a:ext uri="{FF2B5EF4-FFF2-40B4-BE49-F238E27FC236}">
                <a16:creationId xmlns:a16="http://schemas.microsoft.com/office/drawing/2014/main" id="{70003C15-970A-57A7-BFFD-B4B3E1B75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209800"/>
            <a:ext cx="579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Manrope"/>
              </a:defRPr>
            </a:pPr>
            <a:r>
              <a:rPr sz="1350">
                <a:solidFill>
                  <a:srgbClr val="666666"/>
                </a:solidFill>
                <a:latin typeface="Manrope"/>
              </a:rPr>
              <a:t>{{OWNER_ONE}} owns {{DELIVERABLE_ONE}}.</a:t>
            </a:r>
          </a:p>
        </p:txBody>
      </p:sp>
      <p:sp>
        <p:nvSpPr>
          <p:cNvPr id="7" name="content-row-01-rule">
            <a:extLst xmlns:a="http://schemas.openxmlformats.org/drawingml/2006/main">
              <a:ext uri="{FF2B5EF4-FFF2-40B4-BE49-F238E27FC236}">
                <a16:creationId xmlns:a16="http://schemas.microsoft.com/office/drawing/2014/main" id="{9B23E3EF-8142-5EA5-A9C7-1712BB23A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1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ontent-row-02-number">
            <a:extLst xmlns:a="http://schemas.openxmlformats.org/drawingml/2006/main">
              <a:ext uri="{FF2B5EF4-FFF2-40B4-BE49-F238E27FC236}">
                <a16:creationId xmlns:a16="http://schemas.microsoft.com/office/drawing/2014/main" id="{351FAB7C-C5DE-5B70-A98B-F41BE8369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3C1AE"/>
                </a:solidFill>
                <a:latin typeface="Manrope"/>
              </a:defRPr>
            </a:pPr>
            <a:r>
              <a:rPr sz="1350" b="1">
                <a:solidFill>
                  <a:srgbClr val="73C1AE"/>
                </a:solidFill>
                <a:latin typeface="Manrope"/>
              </a:rPr>
              <a:t>02</a:t>
            </a:r>
          </a:p>
        </p:txBody>
      </p:sp>
      <p:sp>
        <p:nvSpPr>
          <p:cNvPr id="9" name="content-row-02-heading">
            <a:extLst xmlns:a="http://schemas.openxmlformats.org/drawingml/2006/main">
              <a:ext uri="{FF2B5EF4-FFF2-40B4-BE49-F238E27FC236}">
                <a16:creationId xmlns:a16="http://schemas.microsoft.com/office/drawing/2014/main" id="{02D9D106-C56A-587D-A36A-586AE9C1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429000"/>
            <a:ext cx="3524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92332"/>
                </a:solidFill>
                <a:latin typeface="Manrope"/>
              </a:defRPr>
            </a:pPr>
            <a:r>
              <a:rPr sz="1650" b="1">
                <a:solidFill>
                  <a:srgbClr val="192332"/>
                </a:solidFill>
                <a:latin typeface="Manrope"/>
              </a:rPr>
              <a:t>{{WORKFLOW_TWO}}</a:t>
            </a:r>
          </a:p>
        </p:txBody>
      </p:sp>
      <p:sp>
        <p:nvSpPr>
          <p:cNvPr id="10" name="content-row-02-body">
            <a:extLst xmlns:a="http://schemas.openxmlformats.org/drawingml/2006/main">
              <a:ext uri="{FF2B5EF4-FFF2-40B4-BE49-F238E27FC236}">
                <a16:creationId xmlns:a16="http://schemas.microsoft.com/office/drawing/2014/main" id="{A39D6866-48EF-5287-BD2E-25F3F2DC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429000"/>
            <a:ext cx="579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Manrope"/>
              </a:defRPr>
            </a:pPr>
            <a:r>
              <a:rPr sz="1350">
                <a:solidFill>
                  <a:srgbClr val="666666"/>
                </a:solidFill>
                <a:latin typeface="Manrope"/>
              </a:rPr>
              <a:t>{{OWNER_TWO}} owns {{DELIVERABLE_TWO}}.</a:t>
            </a:r>
          </a:p>
        </p:txBody>
      </p:sp>
      <p:sp>
        <p:nvSpPr>
          <p:cNvPr id="11" name="content-row-02-rule">
            <a:extLst xmlns:a="http://schemas.openxmlformats.org/drawingml/2006/main">
              <a:ext uri="{FF2B5EF4-FFF2-40B4-BE49-F238E27FC236}">
                <a16:creationId xmlns:a16="http://schemas.microsoft.com/office/drawing/2014/main" id="{6C302D8E-7C90-51A3-8310-FB8C7A09D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1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ontent-row-03-number">
            <a:extLst xmlns:a="http://schemas.openxmlformats.org/drawingml/2006/main">
              <a:ext uri="{FF2B5EF4-FFF2-40B4-BE49-F238E27FC236}">
                <a16:creationId xmlns:a16="http://schemas.microsoft.com/office/drawing/2014/main" id="{641345D4-1399-5DC3-81E8-10B89799D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482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3C1AE"/>
                </a:solidFill>
                <a:latin typeface="Manrope"/>
              </a:defRPr>
            </a:pPr>
            <a:r>
              <a:rPr sz="1350" b="1">
                <a:solidFill>
                  <a:srgbClr val="73C1AE"/>
                </a:solidFill>
                <a:latin typeface="Manrope"/>
              </a:rPr>
              <a:t>03</a:t>
            </a:r>
          </a:p>
        </p:txBody>
      </p:sp>
      <p:sp>
        <p:nvSpPr>
          <p:cNvPr id="13" name="content-row-03-heading">
            <a:extLst xmlns:a="http://schemas.openxmlformats.org/drawingml/2006/main">
              <a:ext uri="{FF2B5EF4-FFF2-40B4-BE49-F238E27FC236}">
                <a16:creationId xmlns:a16="http://schemas.microsoft.com/office/drawing/2014/main" id="{A0F6DAE0-AD1C-5849-9028-42973277C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648200"/>
            <a:ext cx="3524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92332"/>
                </a:solidFill>
                <a:latin typeface="Manrope"/>
              </a:defRPr>
            </a:pPr>
            <a:r>
              <a:rPr sz="1650" b="1">
                <a:solidFill>
                  <a:srgbClr val="192332"/>
                </a:solidFill>
                <a:latin typeface="Manrope"/>
              </a:rPr>
              <a:t>{{WORKFLOW_THREE}}</a:t>
            </a:r>
          </a:p>
        </p:txBody>
      </p:sp>
      <p:sp>
        <p:nvSpPr>
          <p:cNvPr id="14" name="content-row-03-body">
            <a:extLst xmlns:a="http://schemas.openxmlformats.org/drawingml/2006/main">
              <a:ext uri="{FF2B5EF4-FFF2-40B4-BE49-F238E27FC236}">
                <a16:creationId xmlns:a16="http://schemas.microsoft.com/office/drawing/2014/main" id="{54048FFA-6381-539D-9B18-8A502ED66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48200"/>
            <a:ext cx="579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Manrope"/>
              </a:defRPr>
            </a:pPr>
            <a:r>
              <a:rPr sz="1350">
                <a:solidFill>
                  <a:srgbClr val="666666"/>
                </a:solidFill>
                <a:latin typeface="Manrope"/>
              </a:rPr>
              <a:t>{{OWNER_THREE}} owns {{DELIVERABLE_THREE}}.</a:t>
            </a:r>
          </a:p>
        </p:txBody>
      </p:sp>
      <p:sp>
        <p:nvSpPr>
          <p:cNvPr id="15" name="content-row-03-rule">
            <a:extLst xmlns:a="http://schemas.openxmlformats.org/drawingml/2006/main">
              <a:ext uri="{FF2B5EF4-FFF2-40B4-BE49-F238E27FC236}">
                <a16:creationId xmlns:a16="http://schemas.microsoft.com/office/drawing/2014/main" id="{A853A0F3-F792-5A73-AA51-DD083073C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4355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1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footer-wordmark-{{FOLIO}}">
            <a:extLst xmlns:a="http://schemas.openxmlformats.org/drawingml/2006/main">
              <a:ext uri="{FF2B5EF4-FFF2-40B4-BE49-F238E27FC236}">
                <a16:creationId xmlns:a16="http://schemas.microsoft.com/office/drawing/2014/main" id="{1799B566-9399-54B5-84BD-D7F6BAD97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A5A5A5"/>
                </a:solidFill>
                <a:latin typeface="IBM Plex Mono"/>
              </a:defRPr>
            </a:pPr>
            <a:r>
              <a:rPr sz="900" b="1">
                <a:solidFill>
                  <a:srgbClr val="A5A5A5"/>
                </a:solidFill>
                <a:latin typeface="IBM Plex Mono"/>
              </a:rPr>
              <a:t>MASLOW AI</a:t>
            </a:r>
          </a:p>
        </p:txBody>
      </p:sp>
      <p:sp>
        <p:nvSpPr>
          <p:cNvPr id="17" name="footer-folio-{{FOLIO}}">
            <a:extLst xmlns:a="http://schemas.openxmlformats.org/drawingml/2006/main">
              <a:ext uri="{FF2B5EF4-FFF2-40B4-BE49-F238E27FC236}">
                <a16:creationId xmlns:a16="http://schemas.microsoft.com/office/drawing/2014/main" id="{B12836D9-877E-5A4E-A9C0-1B0D8220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A5A5A5"/>
                </a:solidFill>
                <a:latin typeface="IBM Plex Mono"/>
              </a:defRPr>
            </a:pPr>
            <a:r>
              <a:rPr sz="825">
                <a:solidFill>
                  <a:srgbClr val="A5A5A5"/>
                </a:solidFill>
                <a:latin typeface="IBM Plex Mono"/>
              </a:rPr>
              <a:t>MASLOW AI · {{FOLIO}}</a:t>
            </a:r>
          </a:p>
        </p:txBody>
      </p:sp>
    </p:spTree>
    <p:extLst>
      <p:ext uri="{BB962C8B-B14F-4D97-AF65-F5344CB8AC3E}">
        <p14:creationId xmlns:p14="http://schemas.microsoft.com/office/powerpoint/2010/main" val="15838800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21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evidence-eyebrow">
            <a:extLst xmlns:a="http://schemas.openxmlformats.org/drawingml/2006/main">
              <a:ext uri="{FF2B5EF4-FFF2-40B4-BE49-F238E27FC236}">
                <a16:creationId xmlns:a16="http://schemas.microsoft.com/office/drawing/2014/main" id="{E35C445F-6442-5B0B-9591-45D894EE8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96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3C1AE"/>
                </a:solidFill>
                <a:latin typeface="IBM Plex Mono"/>
              </a:defRPr>
            </a:pPr>
            <a:r>
              <a:rPr sz="975" b="1">
                <a:solidFill>
                  <a:srgbClr val="73C1AE"/>
                </a:solidFill>
                <a:latin typeface="IBM Plex Mono"/>
              </a:rPr>
              <a:t>{{SECTION_NUMBER}} · EVIDENCE</a:t>
            </a:r>
          </a:p>
        </p:txBody>
      </p:sp>
      <p:sp>
        <p:nvSpPr>
          <p:cNvPr id="2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0FE16208-7B54-5CD1-AB6A-276670DF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028700"/>
            <a:ext cx="9810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FFFFF"/>
                </a:solidFill>
                <a:latin typeface="Manrope"/>
              </a:defRPr>
            </a:pPr>
            <a:r>
              <a:rPr sz="3000" b="1">
                <a:solidFill>
                  <a:srgbClr val="FFFFFF"/>
                </a:solidFill>
                <a:latin typeface="Manrope"/>
              </a:rPr>
              <a:t>{{SLIDE_TITLE}}</a:t>
            </a:r>
          </a:p>
        </p:txBody>
      </p:sp>
      <p:sp>
        <p:nvSpPr>
          <p:cNvPr id="3" name="evidence-ONE-rule">
            <a:extLst xmlns:a="http://schemas.openxmlformats.org/drawingml/2006/main">
              <a:ext uri="{FF2B5EF4-FFF2-40B4-BE49-F238E27FC236}">
                <a16:creationId xmlns:a16="http://schemas.microsoft.com/office/drawing/2014/main" id="{DA46C44D-9189-5B0C-8900-CF0B3BE78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A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evidence-ONE-value">
            <a:extLst xmlns:a="http://schemas.openxmlformats.org/drawingml/2006/main">
              <a:ext uri="{FF2B5EF4-FFF2-40B4-BE49-F238E27FC236}">
                <a16:creationId xmlns:a16="http://schemas.microsoft.com/office/drawing/2014/main" id="{AA19070C-37D5-5B71-B577-E011168C6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73C1AE"/>
                </a:solidFill>
                <a:latin typeface="Manrope"/>
              </a:defRPr>
            </a:pPr>
            <a:r>
              <a:rPr sz="2850">
                <a:solidFill>
                  <a:srgbClr val="73C1AE"/>
                </a:solidFill>
                <a:latin typeface="Manrope"/>
              </a:rPr>
              <a:t>{{VALUE_1}}</a:t>
            </a:r>
          </a:p>
        </p:txBody>
      </p:sp>
      <p:sp>
        <p:nvSpPr>
          <p:cNvPr id="5" name="evidence-ONE-claim">
            <a:extLst xmlns:a="http://schemas.openxmlformats.org/drawingml/2006/main">
              <a:ext uri="{FF2B5EF4-FFF2-40B4-BE49-F238E27FC236}">
                <a16:creationId xmlns:a16="http://schemas.microsoft.com/office/drawing/2014/main" id="{58AB29AC-96A7-584A-976C-C15BC8C4F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  <a:latin typeface="Manrope"/>
              </a:defRPr>
            </a:pPr>
            <a:r>
              <a:rPr sz="1425">
                <a:solidFill>
                  <a:srgbClr val="FFFFFF"/>
                </a:solidFill>
                <a:latin typeface="Manrope"/>
              </a:rPr>
              <a:t>{{CLAIM_1}}</a:t>
            </a:r>
          </a:p>
        </p:txBody>
      </p:sp>
      <p:sp>
        <p:nvSpPr>
          <p:cNvPr id="6" name="evidence-ONE-source">
            <a:extLst xmlns:a="http://schemas.openxmlformats.org/drawingml/2006/main">
              <a:ext uri="{FF2B5EF4-FFF2-40B4-BE49-F238E27FC236}">
                <a16:creationId xmlns:a16="http://schemas.microsoft.com/office/drawing/2014/main" id="{4C181F75-9E91-5A66-8B93-ABC10690D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B8C4D9"/>
                </a:solidFill>
                <a:latin typeface="IBM Plex Mono"/>
              </a:defRPr>
            </a:pPr>
            <a:r>
              <a:rPr sz="825">
                <a:solidFill>
                  <a:srgbClr val="B8C4D9"/>
                </a:solidFill>
                <a:latin typeface="IBM Plex Mono"/>
              </a:rPr>
              <a:t>{{EVIDENCE_STATUS_ONE}} · {{SOURCE_ONE}}</a:t>
            </a:r>
          </a:p>
        </p:txBody>
      </p:sp>
      <p:sp>
        <p:nvSpPr>
          <p:cNvPr id="7" name="evidence-TWO-rule">
            <a:extLst xmlns:a="http://schemas.openxmlformats.org/drawingml/2006/main">
              <a:ext uri="{FF2B5EF4-FFF2-40B4-BE49-F238E27FC236}">
                <a16:creationId xmlns:a16="http://schemas.microsoft.com/office/drawing/2014/main" id="{52AF0577-26C1-5F13-9B93-164CDC16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479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A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evidence-TWO-value">
            <a:extLst xmlns:a="http://schemas.openxmlformats.org/drawingml/2006/main">
              <a:ext uri="{FF2B5EF4-FFF2-40B4-BE49-F238E27FC236}">
                <a16:creationId xmlns:a16="http://schemas.microsoft.com/office/drawing/2014/main" id="{FEF79354-7449-5DA9-B45B-AFA8B066A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90800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A070A6"/>
                </a:solidFill>
                <a:latin typeface="Manrope"/>
              </a:defRPr>
            </a:pPr>
            <a:r>
              <a:rPr sz="2850">
                <a:solidFill>
                  <a:srgbClr val="A070A6"/>
                </a:solidFill>
                <a:latin typeface="Manrope"/>
              </a:rPr>
              <a:t>{{VALUE_2}}</a:t>
            </a:r>
          </a:p>
        </p:txBody>
      </p:sp>
      <p:sp>
        <p:nvSpPr>
          <p:cNvPr id="9" name="evidence-TWO-claim">
            <a:extLst xmlns:a="http://schemas.openxmlformats.org/drawingml/2006/main">
              <a:ext uri="{FF2B5EF4-FFF2-40B4-BE49-F238E27FC236}">
                <a16:creationId xmlns:a16="http://schemas.microsoft.com/office/drawing/2014/main" id="{9CBEB932-1493-54AD-857D-D1D64FDE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385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  <a:latin typeface="Manrope"/>
              </a:defRPr>
            </a:pPr>
            <a:r>
              <a:rPr sz="1425">
                <a:solidFill>
                  <a:srgbClr val="FFFFFF"/>
                </a:solidFill>
                <a:latin typeface="Manrope"/>
              </a:rPr>
              <a:t>{{CLAIM_2}}</a:t>
            </a:r>
          </a:p>
        </p:txBody>
      </p:sp>
      <p:sp>
        <p:nvSpPr>
          <p:cNvPr id="10" name="evidence-TWO-source">
            <a:extLst xmlns:a="http://schemas.openxmlformats.org/drawingml/2006/main">
              <a:ext uri="{FF2B5EF4-FFF2-40B4-BE49-F238E27FC236}">
                <a16:creationId xmlns:a16="http://schemas.microsoft.com/office/drawing/2014/main" id="{E8B636AF-75EE-5709-AE08-6FDF1143A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7625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B8C4D9"/>
                </a:solidFill>
                <a:latin typeface="IBM Plex Mono"/>
              </a:defRPr>
            </a:pPr>
            <a:r>
              <a:rPr sz="825">
                <a:solidFill>
                  <a:srgbClr val="B8C4D9"/>
                </a:solidFill>
                <a:latin typeface="IBM Plex Mono"/>
              </a:rPr>
              <a:t>{{EVIDENCE_STATUS_TWO}} · {{SOURCE_TWO}}</a:t>
            </a:r>
          </a:p>
        </p:txBody>
      </p:sp>
      <p:sp>
        <p:nvSpPr>
          <p:cNvPr id="11" name="evidence-THREE-rule">
            <a:extLst xmlns:a="http://schemas.openxmlformats.org/drawingml/2006/main">
              <a:ext uri="{FF2B5EF4-FFF2-40B4-BE49-F238E27FC236}">
                <a16:creationId xmlns:a16="http://schemas.microsoft.com/office/drawing/2014/main" id="{6AE56476-D154-5DF7-9E76-8FDBFFD3B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479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A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evidence-THREE-value">
            <a:extLst xmlns:a="http://schemas.openxmlformats.org/drawingml/2006/main">
              <a:ext uri="{FF2B5EF4-FFF2-40B4-BE49-F238E27FC236}">
                <a16:creationId xmlns:a16="http://schemas.microsoft.com/office/drawing/2014/main" id="{4D7DE544-D56D-5FFD-A3BA-97666A35F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90800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FFF860"/>
                </a:solidFill>
                <a:latin typeface="Manrope"/>
              </a:defRPr>
            </a:pPr>
            <a:r>
              <a:rPr sz="2850">
                <a:solidFill>
                  <a:srgbClr val="FFF860"/>
                </a:solidFill>
                <a:latin typeface="Manrope"/>
              </a:rPr>
              <a:t>{{VALUE_3}}</a:t>
            </a:r>
          </a:p>
        </p:txBody>
      </p:sp>
      <p:sp>
        <p:nvSpPr>
          <p:cNvPr id="13" name="evidence-THREE-claim">
            <a:extLst xmlns:a="http://schemas.openxmlformats.org/drawingml/2006/main">
              <a:ext uri="{FF2B5EF4-FFF2-40B4-BE49-F238E27FC236}">
                <a16:creationId xmlns:a16="http://schemas.microsoft.com/office/drawing/2014/main" id="{91561FFF-A078-5026-8CC3-783BDC1B5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385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  <a:latin typeface="Manrope"/>
              </a:defRPr>
            </a:pPr>
            <a:r>
              <a:rPr sz="1425">
                <a:solidFill>
                  <a:srgbClr val="FFFFFF"/>
                </a:solidFill>
                <a:latin typeface="Manrope"/>
              </a:rPr>
              <a:t>{{CLAIM_3}}</a:t>
            </a:r>
          </a:p>
        </p:txBody>
      </p:sp>
      <p:sp>
        <p:nvSpPr>
          <p:cNvPr id="14" name="evidence-THREE-source">
            <a:extLst xmlns:a="http://schemas.openxmlformats.org/drawingml/2006/main">
              <a:ext uri="{FF2B5EF4-FFF2-40B4-BE49-F238E27FC236}">
                <a16:creationId xmlns:a16="http://schemas.microsoft.com/office/drawing/2014/main" id="{CDB2B932-21CB-50A5-ACF8-99BB96A78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7625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B8C4D9"/>
                </a:solidFill>
                <a:latin typeface="IBM Plex Mono"/>
              </a:defRPr>
            </a:pPr>
            <a:r>
              <a:rPr sz="825">
                <a:solidFill>
                  <a:srgbClr val="B8C4D9"/>
                </a:solidFill>
                <a:latin typeface="IBM Plex Mono"/>
              </a:rPr>
              <a:t>{{EVIDENCE_STATUS_THREE}} · {{SOURCE_THREE}}</a:t>
            </a:r>
          </a:p>
        </p:txBody>
      </p:sp>
      <p:sp>
        <p:nvSpPr>
          <p:cNvPr id="15" name="footer-wordmark-{{FOLIO}}">
            <a:extLst xmlns:a="http://schemas.openxmlformats.org/drawingml/2006/main">
              <a:ext uri="{FF2B5EF4-FFF2-40B4-BE49-F238E27FC236}">
                <a16:creationId xmlns:a16="http://schemas.microsoft.com/office/drawing/2014/main" id="{38A128B0-3040-5C28-8628-ACAF1B088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B8C4D9"/>
                </a:solidFill>
                <a:latin typeface="IBM Plex Mono"/>
              </a:defRPr>
            </a:pPr>
            <a:r>
              <a:rPr sz="900" b="1">
                <a:solidFill>
                  <a:srgbClr val="B8C4D9"/>
                </a:solidFill>
                <a:latin typeface="IBM Plex Mono"/>
              </a:rPr>
              <a:t>MASLOW AI</a:t>
            </a:r>
          </a:p>
        </p:txBody>
      </p:sp>
      <p:sp>
        <p:nvSpPr>
          <p:cNvPr id="16" name="footer-folio-{{FOLIO}}">
            <a:extLst xmlns:a="http://schemas.openxmlformats.org/drawingml/2006/main">
              <a:ext uri="{FF2B5EF4-FFF2-40B4-BE49-F238E27FC236}">
                <a16:creationId xmlns:a16="http://schemas.microsoft.com/office/drawing/2014/main" id="{A1FE5AF1-F69A-5EEA-A86F-0BD55DC5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B8C4D9"/>
                </a:solidFill>
                <a:latin typeface="IBM Plex Mono"/>
              </a:defRPr>
            </a:pPr>
            <a:r>
              <a:rPr sz="825">
                <a:solidFill>
                  <a:srgbClr val="B8C4D9"/>
                </a:solidFill>
                <a:latin typeface="IBM Plex Mono"/>
              </a:rPr>
              <a:t>MASLOW AI · {{FOLIO}}</a:t>
            </a:r>
          </a:p>
        </p:txBody>
      </p:sp>
    </p:spTree>
    <p:extLst>
      <p:ext uri="{BB962C8B-B14F-4D97-AF65-F5344CB8AC3E}">
        <p14:creationId xmlns:p14="http://schemas.microsoft.com/office/powerpoint/2010/main" val="146806776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quote-mark">
            <a:extLst xmlns:a="http://schemas.openxmlformats.org/drawingml/2006/main">
              <a:ext uri="{FF2B5EF4-FFF2-40B4-BE49-F238E27FC236}">
                <a16:creationId xmlns:a16="http://schemas.microsoft.com/office/drawing/2014/main" id="{C76803E3-23A3-5A7E-8531-43AD95956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971550"/>
            <a:ext cx="152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73C1AE"/>
                </a:solidFill>
                <a:latin typeface="Manrope"/>
              </a:defRPr>
            </a:pPr>
            <a:r>
              <a:rPr sz="6900" b="1">
                <a:solidFill>
                  <a:srgbClr val="73C1AE"/>
                </a:solidFill>
                <a:latin typeface="Manrope"/>
              </a:rPr>
              <a:t>“</a:t>
            </a:r>
          </a:p>
        </p:txBody>
      </p:sp>
      <p:sp>
        <p:nvSpPr>
          <p:cNvPr id="2" name="quote-text">
            <a:extLst xmlns:a="http://schemas.openxmlformats.org/drawingml/2006/main">
              <a:ext uri="{FF2B5EF4-FFF2-40B4-BE49-F238E27FC236}">
                <a16:creationId xmlns:a16="http://schemas.microsoft.com/office/drawing/2014/main" id="{999A823E-FC6C-504E-A213-B4AD38CF3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66950"/>
            <a:ext cx="9525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92332"/>
                </a:solidFill>
                <a:latin typeface="Manrope"/>
              </a:defRPr>
            </a:pPr>
            <a:r>
              <a:rPr sz="2700" b="1">
                <a:solidFill>
                  <a:srgbClr val="192332"/>
                </a:solidFill>
                <a:latin typeface="Manrope"/>
              </a:rPr>
              <a:t>{{VERIFIED_QUOTE}}</a:t>
            </a:r>
          </a:p>
        </p:txBody>
      </p:sp>
      <p:sp>
        <p:nvSpPr>
          <p:cNvPr id="3" name="quote-attribution">
            <a:extLst xmlns:a="http://schemas.openxmlformats.org/drawingml/2006/main">
              <a:ext uri="{FF2B5EF4-FFF2-40B4-BE49-F238E27FC236}">
                <a16:creationId xmlns:a16="http://schemas.microsoft.com/office/drawing/2014/main" id="{F651A96E-597E-5724-BBF9-F32B85F34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244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  <a:latin typeface="Manrope"/>
              </a:defRPr>
            </a:pPr>
            <a:r>
              <a:rPr sz="1200">
                <a:solidFill>
                  <a:srgbClr val="666666"/>
                </a:solidFill>
                <a:latin typeface="Manrope"/>
              </a:rPr>
              <a:t>{{ATTRIBUTION}}</a:t>
            </a:r>
          </a:p>
        </p:txBody>
      </p:sp>
      <p:sp>
        <p:nvSpPr>
          <p:cNvPr id="4" name="quote-source">
            <a:extLst xmlns:a="http://schemas.openxmlformats.org/drawingml/2006/main">
              <a:ext uri="{FF2B5EF4-FFF2-40B4-BE49-F238E27FC236}">
                <a16:creationId xmlns:a16="http://schemas.microsoft.com/office/drawing/2014/main" id="{6F6CC0E8-4ED3-531D-B87A-3B206667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62550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54C8F"/>
                </a:solidFill>
                <a:latin typeface="IBM Plex Mono"/>
              </a:defRPr>
            </a:pPr>
            <a:r>
              <a:rPr sz="825">
                <a:solidFill>
                  <a:srgbClr val="654C8F"/>
                </a:solidFill>
                <a:latin typeface="IBM Plex Mono"/>
              </a:rPr>
              <a:t>{{EVIDENCE_STATUS}} · {{SOURCE}}</a:t>
            </a:r>
          </a:p>
        </p:txBody>
      </p:sp>
    </p:spTree>
    <p:extLst>
      <p:ext uri="{BB962C8B-B14F-4D97-AF65-F5344CB8AC3E}">
        <p14:creationId xmlns:p14="http://schemas.microsoft.com/office/powerpoint/2010/main" val="6283039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Maslow AI mark" title="Maslow AI mark in navy" descr="Maslow AI mark in navy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1"/>
          <a:stretch xmlns:a="http://schemas.openxmlformats.org/drawingml/2006/main"/>
        </p:blipFill>
        <p:spPr>
          <a:xfrm xmlns:a="http://schemas.openxmlformats.org/drawingml/2006/main">
            <a:off x="876300" y="593071"/>
            <a:ext cx="2667000" cy="423582"/>
          </a:xfrm>
          <a:prstGeom xmlns:a="http://schemas.openxmlformats.org/drawingml/2006/main" prst="rect">
            <a:avLst/>
          </a:prstGeom>
        </p:spPr>
      </p:pic>
      <p:sp>
        <p:nvSpPr>
          <p:cNvPr id="2" name="closing-heading">
            <a:extLst xmlns:a="http://schemas.openxmlformats.org/drawingml/2006/main">
              <a:ext uri="{FF2B5EF4-FFF2-40B4-BE49-F238E27FC236}">
                <a16:creationId xmlns:a16="http://schemas.microsoft.com/office/drawing/2014/main" id="{2E36E15A-7002-5558-B6C3-80324026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33600"/>
            <a:ext cx="1000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92332"/>
                </a:solidFill>
                <a:latin typeface="Manrope"/>
              </a:defRPr>
            </a:pPr>
            <a:r>
              <a:rPr sz="3900" b="1">
                <a:solidFill>
                  <a:srgbClr val="192332"/>
                </a:solidFill>
                <a:latin typeface="Manrope"/>
              </a:rPr>
              <a:t>{{NEXT_ACTION_HEADLINE}}</a:t>
            </a:r>
          </a:p>
        </p:txBody>
      </p:sp>
      <p:sp>
        <p:nvSpPr>
          <p:cNvPr id="3" name="closing-action">
            <a:extLst xmlns:a="http://schemas.openxmlformats.org/drawingml/2006/main">
              <a:ext uri="{FF2B5EF4-FFF2-40B4-BE49-F238E27FC236}">
                <a16:creationId xmlns:a16="http://schemas.microsoft.com/office/drawing/2014/main" id="{2FC8B57D-D05A-5724-AB90-4789829F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400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3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losing-action-label">
            <a:extLst xmlns:a="http://schemas.openxmlformats.org/drawingml/2006/main">
              <a:ext uri="{FF2B5EF4-FFF2-40B4-BE49-F238E27FC236}">
                <a16:creationId xmlns:a16="http://schemas.microsoft.com/office/drawing/2014/main" id="{AC7C8004-4394-54A5-A0A7-03145DAE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481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IBM Plex Mono"/>
              </a:defRPr>
            </a:pPr>
            <a:r>
              <a:rPr sz="1200" b="1">
                <a:solidFill>
                  <a:srgbClr val="FFFFFF"/>
                </a:solidFill>
                <a:latin typeface="IBM Plex Mono"/>
              </a:rPr>
              <a:t>{{CTA_LABEL}}</a:t>
            </a:r>
          </a:p>
        </p:txBody>
      </p:sp>
      <p:sp>
        <p:nvSpPr>
          <p:cNvPr id="5" name="closing-action-signal">
            <a:extLst xmlns:a="http://schemas.openxmlformats.org/drawingml/2006/main">
              <a:ext uri="{FF2B5EF4-FFF2-40B4-BE49-F238E27FC236}">
                <a16:creationId xmlns:a16="http://schemas.microsoft.com/office/drawing/2014/main" id="{4EED0E5E-60A7-5329-9FDF-2A8F989E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7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losing-contact">
            <a:extLst xmlns:a="http://schemas.openxmlformats.org/drawingml/2006/main">
              <a:ext uri="{FF2B5EF4-FFF2-40B4-BE49-F238E27FC236}">
                <a16:creationId xmlns:a16="http://schemas.microsoft.com/office/drawing/2014/main" id="{3443E47E-6AE9-58D5-9E87-F47073A07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IBM Plex Mono"/>
              </a:defRPr>
            </a:pPr>
            <a:r>
              <a:rPr sz="975">
                <a:solidFill>
                  <a:srgbClr val="666666"/>
                </a:solidFill>
                <a:latin typeface="IBM Plex Mono"/>
              </a:rPr>
              <a:t>{{CONTACT}}</a:t>
            </a:r>
          </a:p>
        </p:txBody>
      </p:sp>
      <p:sp>
        <p:nvSpPr>
          <p:cNvPr id="7" name="footer-wordmark-{{FOLIO}}">
            <a:extLst xmlns:a="http://schemas.openxmlformats.org/drawingml/2006/main">
              <a:ext uri="{FF2B5EF4-FFF2-40B4-BE49-F238E27FC236}">
                <a16:creationId xmlns:a16="http://schemas.microsoft.com/office/drawing/2014/main" id="{4A99FAD8-F221-5346-8B17-15D98EA0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A5A5A5"/>
                </a:solidFill>
                <a:latin typeface="IBM Plex Mono"/>
              </a:defRPr>
            </a:pPr>
            <a:r>
              <a:rPr sz="900" b="1">
                <a:solidFill>
                  <a:srgbClr val="A5A5A5"/>
                </a:solidFill>
                <a:latin typeface="IBM Plex Mono"/>
              </a:rPr>
              <a:t>MASLOW AI</a:t>
            </a:r>
          </a:p>
        </p:txBody>
      </p:sp>
      <p:sp>
        <p:nvSpPr>
          <p:cNvPr id="8" name="footer-folio-{{FOLIO}}">
            <a:extLst xmlns:a="http://schemas.openxmlformats.org/drawingml/2006/main">
              <a:ext uri="{FF2B5EF4-FFF2-40B4-BE49-F238E27FC236}">
                <a16:creationId xmlns:a16="http://schemas.microsoft.com/office/drawing/2014/main" id="{C34121BC-EFE0-5BE5-A957-6845D2541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A5A5A5"/>
                </a:solidFill>
                <a:latin typeface="IBM Plex Mono"/>
              </a:defRPr>
            </a:pPr>
            <a:r>
              <a:rPr sz="825">
                <a:solidFill>
                  <a:srgbClr val="A5A5A5"/>
                </a:solidFill>
                <a:latin typeface="IBM Plex Mono"/>
              </a:rPr>
              <a:t>MASLOW AI · {{FOLIO}}</a:t>
            </a:r>
          </a:p>
        </p:txBody>
      </p:sp>
    </p:spTree>
    <p:extLst>
      <p:ext uri="{BB962C8B-B14F-4D97-AF65-F5344CB8AC3E}">
        <p14:creationId xmlns:p14="http://schemas.microsoft.com/office/powerpoint/2010/main" val="2091892746"/>
      </p:ext>
    </p:extLst>
  </p:cSld>
</p:sld>
</file>

<file path=ppt/theme/theme1.xml><?xml version="1.0" encoding="utf-8"?>
<a:theme xmlns:a="http://schemas.openxmlformats.org/drawingml/2006/main" name="ChatGPT">
  <a:themeElements>
    <a:clrScheme name="Maslow Brand OS 1.1.0">
      <a:dk1>
        <a:srgbClr val="333333"/>
      </a:dk1>
      <a:lt1>
        <a:srgbClr val="FFFFFF"/>
      </a:lt1>
      <a:dk2>
        <a:srgbClr val="121D35"/>
      </a:dk2>
      <a:lt2>
        <a:srgbClr val="E1E1E1"/>
      </a:lt2>
      <a:accent1>
        <a:srgbClr val="192332"/>
      </a:accent1>
      <a:accent2>
        <a:srgbClr val="73C1AE"/>
      </a:accent2>
      <a:accent3>
        <a:srgbClr val="654C8F"/>
      </a:accent3>
      <a:accent4>
        <a:srgbClr val="EBA93D"/>
      </a:accent4>
      <a:accent5>
        <a:srgbClr val="EE7BB3"/>
      </a:accent5>
      <a:accent6>
        <a:srgbClr val="FFF860"/>
      </a:accent6>
      <a:hlink>
        <a:srgbClr val="9D4B8E"/>
      </a:hlink>
      <a:folHlink>
        <a:srgbClr val="654C8F"/>
      </a:folHlink>
    </a:clrScheme>
    <a:fontScheme name="Office">
      <a:majorFont>
        <a:latin typeface="Manrope"/>
        <a:ea typeface="Calibri Light"/>
        <a:cs typeface="Calibri Light"/>
      </a:majorFont>
      <a:minorFont>
        <a:latin typeface="Manrope"/>
        <a:ea typeface="Calibri"/>
        <a:cs typeface="Calibri"/>
      </a:minorFont>
    </a:fontScheme>
    <a:fmtScheme name="Maslow Brand OS 1.1.0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2000-01-01T00:00:00Z</dcterms:created>
  <dcterms:modified xsi:type="dcterms:W3CDTF">2000-01-01T00:00:00Z</dcterms:modified>
</coreProperties>
</file>