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3e4dfc67954ad2" /><Relationship Type="http://schemas.openxmlformats.org/officeDocument/2006/relationships/extended-properties" Target="/docProps/app.xml" Id="Re869a63d0ce741ea" /><Relationship Type="http://schemas.openxmlformats.org/officeDocument/2006/relationships/officeDocument" Target="/ppt/presentation.xml" Id="R3024610df41f45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ccb7f1c5c04797"/>
    <p:sldMasterId xmlns:r="http://schemas.openxmlformats.org/officeDocument/2006/relationships" id="2147483650" r:id="R3405abf9ec864894"/>
  </p:sldMasterIdLst>
  <p:notesMasterIdLst>
    <p:notesMasterId xmlns:r="http://schemas.openxmlformats.org/officeDocument/2006/relationships" r:id="Raac2d6408df2486c"/>
  </p:notesMasterIdLst>
  <p:sldIdLst>
    <p:sldId xmlns:r="http://schemas.openxmlformats.org/officeDocument/2006/relationships" id="256" r:id="R162735c413a7490c"/>
    <p:sldId xmlns:r="http://schemas.openxmlformats.org/officeDocument/2006/relationships" id="257" r:id="R6de605be2ae94f84"/>
    <p:sldId xmlns:r="http://schemas.openxmlformats.org/officeDocument/2006/relationships" id="258" r:id="R2dc7dae63a0c4af9"/>
    <p:sldId xmlns:r="http://schemas.openxmlformats.org/officeDocument/2006/relationships" id="259" r:id="Rf8d3255d1eb34319"/>
    <p:sldId xmlns:r="http://schemas.openxmlformats.org/officeDocument/2006/relationships" id="260" r:id="R7e80372ace8f4c71"/>
    <p:sldId xmlns:r="http://schemas.openxmlformats.org/officeDocument/2006/relationships" id="261" r:id="Re2900bc4cb9c4d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75edb404564237" /><Relationship Type="http://schemas.openxmlformats.org/officeDocument/2006/relationships/slideMaster" Target="/ppt/slideMasters/slideMaster1.xml" Id="R35ccb7f1c5c04797" /><Relationship Type="http://schemas.openxmlformats.org/officeDocument/2006/relationships/slideMaster" Target="/ppt/slideMasters/slideMaster2.xml" Id="R3405abf9ec864894" /><Relationship Type="http://schemas.openxmlformats.org/officeDocument/2006/relationships/notesMaster" Target="/ppt/notesMasters/notesMaster1.xml" Id="Raac2d6408df2486c" /><Relationship Type="http://schemas.openxmlformats.org/officeDocument/2006/relationships/presProps" Target="/ppt/presProps.xml" Id="Rb1ce7739f3d440a4" /><Relationship Type="http://schemas.openxmlformats.org/officeDocument/2006/relationships/tableStyles" Target="/ppt/tableStyles.xml" Id="R482b0948d979451e" /><Relationship Type="http://schemas.openxmlformats.org/officeDocument/2006/relationships/slide" Target="/ppt/slides/slide1.xml" Id="R162735c413a7490c" /><Relationship Type="http://schemas.openxmlformats.org/officeDocument/2006/relationships/slide" Target="/ppt/slides/slide2.xml" Id="R6de605be2ae94f84" /><Relationship Type="http://schemas.openxmlformats.org/officeDocument/2006/relationships/slide" Target="/ppt/slides/slide3.xml" Id="R2dc7dae63a0c4af9" /><Relationship Type="http://schemas.openxmlformats.org/officeDocument/2006/relationships/slide" Target="/ppt/slides/slide4.xml" Id="Rf8d3255d1eb34319" /><Relationship Type="http://schemas.openxmlformats.org/officeDocument/2006/relationships/slide" Target="/ppt/slides/slide5.xml" Id="R7e80372ace8f4c71" /><Relationship Type="http://schemas.openxmlformats.org/officeDocument/2006/relationships/slide" Target="/ppt/slides/slide6.xml" Id="Re2900bc4cb9c4d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c006cf138e944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4cd8a9e815471a" /><Relationship Type="http://schemas.openxmlformats.org/officeDocument/2006/relationships/notesMaster" Target="/ppt/notesMasters/notesMaster1.xml" Id="Rc1758d337eea45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03967569694bd0" /><Relationship Type="http://schemas.openxmlformats.org/officeDocument/2006/relationships/notesMaster" Target="/ppt/notesMasters/notesMaster1.xml" Id="Raca88cd1111345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01c4ce232a47d3" /><Relationship Type="http://schemas.openxmlformats.org/officeDocument/2006/relationships/notesMaster" Target="/ppt/notesMasters/notesMaster1.xml" Id="Ra6ef9581450542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d3885d75bc4668" /><Relationship Type="http://schemas.openxmlformats.org/officeDocument/2006/relationships/notesMaster" Target="/ppt/notesMasters/notesMaster1.xml" Id="R9c5c76c0d87e42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8538c669fa4e32" /><Relationship Type="http://schemas.openxmlformats.org/officeDocument/2006/relationships/notesMaster" Target="/ppt/notesMasters/notesMaster1.xml" Id="R0a9ee5cd78d14c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c93dd7a1764bc2" /><Relationship Type="http://schemas.openxmlformats.org/officeDocument/2006/relationships/notesMaster" Target="/ppt/notesMasters/notesMaster1.xml" Id="R7e967d6618234b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a4453dda9a49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6acc144674041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ea0747df80943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8edc52818884b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ae2df2f9f2d48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3ade3306d85423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554ec61793440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D702B158-52AC-4D30-B0A7-E932F40A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B8BB96A8-059E-4416-90BF-009DE48E583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4F25BACC-3EB6-4AC6-B58A-AC29B6F3D9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95947083-640E-4EDB-ABDF-D55DE2C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AB19F1C3-07F1-4E0C-9164-229C7834A21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02E804B0-193E-43A4-BA26-421C4FC54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A6DFE8EA-19D0-4740-B3D7-0EAE771C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DEFD708E-F439-441C-94E1-7976BB9B4C7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86F3E465-27D8-49FD-9738-9BD392ADA16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BAC341F8-92EE-4A89-B5ED-F92B2072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C620546F-644C-42F7-9165-E0AA386EBAF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F78C5313-FE68-4478-9B06-15C07554F8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1993B0DE-E6FE-49A3-AAEF-B485D297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368BB7F9-2DCE-4B04-8314-6B9EEC01741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91D4A009-03FA-4A60-ADB5-7937CABD8EB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10DF850C-B4B5-4F52-8765-2280CEF5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BA9464A6-E5F9-4CDB-B0A2-A6C6169FFF4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10519C24-4980-43C5-BF3C-B7329C978A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5861865ab74c7d" /><Relationship Type="http://schemas.openxmlformats.org/officeDocument/2006/relationships/slideLayout" Target="/ppt/slideLayouts/slideLayout1.xml" Id="R69a44bc0e1d34c3c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803dda2b41543e2" /><Relationship Type="http://schemas.openxmlformats.org/officeDocument/2006/relationships/slideLayout" Target="/ppt/slideLayouts/slideLayout2.xml" Id="Rbc7c7c61e1324b42" /><Relationship Type="http://schemas.openxmlformats.org/officeDocument/2006/relationships/slideLayout" Target="/ppt/slideLayouts/slideLayout3.xml" Id="Rc6fb26f8716f4114" /><Relationship Type="http://schemas.openxmlformats.org/officeDocument/2006/relationships/slideLayout" Target="/ppt/slideLayouts/slideLayout4.xml" Id="Re92218f111e6401b" /><Relationship Type="http://schemas.openxmlformats.org/officeDocument/2006/relationships/slideLayout" Target="/ppt/slideLayouts/slideLayout5.xml" Id="Ra97a34abc1c94db6" /><Relationship Type="http://schemas.openxmlformats.org/officeDocument/2006/relationships/slideLayout" Target="/ppt/slideLayouts/slideLayout6.xml" Id="R2df8ca33ac894bde" /><Relationship Type="http://schemas.openxmlformats.org/officeDocument/2006/relationships/slideLayout" Target="/ppt/slideLayouts/slideLayout7.xml" Id="Rb903e2b5985c40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a44bc0e1d34c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c7c7c61e1324b42"/>
    <p:sldLayoutId xmlns:r="http://schemas.openxmlformats.org/officeDocument/2006/relationships" id="2147483652" r:id="Rc6fb26f8716f4114"/>
    <p:sldLayoutId xmlns:r="http://schemas.openxmlformats.org/officeDocument/2006/relationships" id="2147483653" r:id="Re92218f111e6401b"/>
    <p:sldLayoutId xmlns:r="http://schemas.openxmlformats.org/officeDocument/2006/relationships" id="2147483654" r:id="Ra97a34abc1c94db6"/>
    <p:sldLayoutId xmlns:r="http://schemas.openxmlformats.org/officeDocument/2006/relationships" id="2147483655" r:id="R2df8ca33ac894bde"/>
    <p:sldLayoutId xmlns:r="http://schemas.openxmlformats.org/officeDocument/2006/relationships" id="2147483656" r:id="Rb903e2b5985c40c2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f79d226bd44ad1" /><Relationship Type="http://schemas.openxmlformats.org/officeDocument/2006/relationships/image" Target="/ppt/media/image.png" Id="R033c5816ae3e4507" /><Relationship Type="http://schemas.openxmlformats.org/officeDocument/2006/relationships/notesSlide" Target="/ppt/notesSlides/notesSlide1.xml" Id="R7865cedca80e4b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8d498fa8674d52" /><Relationship Type="http://schemas.openxmlformats.org/officeDocument/2006/relationships/notesSlide" Target="/ppt/notesSlides/notesSlide2.xml" Id="R3ab1a7ae4ff54a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9fdc6e873d34442" /><Relationship Type="http://schemas.openxmlformats.org/officeDocument/2006/relationships/notesSlide" Target="/ppt/notesSlides/notesSlide3.xml" Id="Re91c1c4daf2648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7ef5558f4d84363" /><Relationship Type="http://schemas.openxmlformats.org/officeDocument/2006/relationships/notesSlide" Target="/ppt/notesSlides/notesSlide4.xml" Id="R4c51314c22ed47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dcb4a614564f86" /><Relationship Type="http://schemas.openxmlformats.org/officeDocument/2006/relationships/notesSlide" Target="/ppt/notesSlides/notesSlide5.xml" Id="R750fa66b959444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3fb3829adb41eb" /><Relationship Type="http://schemas.openxmlformats.org/officeDocument/2006/relationships/image" Target="/ppt/media/image2.png" Id="Re4d4575e7f404fe7" /><Relationship Type="http://schemas.openxmlformats.org/officeDocument/2006/relationships/notesSlide" Target="/ppt/notesSlides/notesSlide6.xml" Id="Rbe4a9c2fe75848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c5816ae3e4507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CFC289D3-3ED1-44E8-AA90-20D82D50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WORKFLOW BRIEF · OPERATIONS LEADERS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37AB4F34-7B17-4842-BBA1-6F8AB1CD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1EA011CF-2633-4C25-808E-19E43E2D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MASLOW AI · ILLUSTRATIVE WORKING SESSION</a:t>
            </a:r>
          </a:p>
        </p:txBody>
      </p:sp>
    </p:spTree>
    <p:extLst>
      <p:ext uri="{BB962C8B-B14F-4D97-AF65-F5344CB8AC3E}">
        <p14:creationId xmlns:p14="http://schemas.microsoft.com/office/powerpoint/2010/main" val="8212332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81F6ACCC-80D8-4EDB-8A39-A87C1D47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B1E5D27B-7BCA-4376-8ECC-E06EDBAD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OWNERSHIP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8AA09E8C-9411-41FD-B706-119BB0B8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Define the work and the decision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CAF6613E-CD03-46EA-8D68-C022EB27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94026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AD6C429E-C5D6-4316-862D-0D513AF7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01 · OWNERSHIP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66324927-EC27-4F16-BEE2-429FB48C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1A6FE772-C55B-4517-A7F3-AE361430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2408E710-0F66-480A-B1A3-3FFB11F7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9BF22B8D-8E43-44D3-BCA5-44165CB5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Intake and triage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21F5BEBF-2C65-4D74-A6C6-3AE9CBC2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Operations owns a prioritized queue.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CC45BA1C-67C8-442A-A305-4A4E0A95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3BCCDE36-4096-4460-806E-D55B902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67F7C9B9-3895-41FA-9DCE-21142238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Decision preparation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0C952083-D9DF-4F47-B246-D8CAD745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Business lead owns a decision-ready brief.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559BD11F-7742-4B93-A036-7FF7443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265B4B8D-A6EC-40E3-B581-3DD5C59A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20C1AB1B-E28F-465B-A8E5-C636CE13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Delivery follow-up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C0735FD1-EF9E-4478-BF53-C1E3E6F0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Service owner owns a completion receipt.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CEF9CACA-F9A4-4C83-B652-1D40B679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1.0.1">
            <a:extLst xmlns:a="http://schemas.openxmlformats.org/drawingml/2006/main">
              <a:ext uri="{FF2B5EF4-FFF2-40B4-BE49-F238E27FC236}">
                <a16:creationId xmlns:a16="http://schemas.microsoft.com/office/drawing/2014/main" id="{4582EBF9-DE2C-48B2-9FA6-74F12AB1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1.0.1">
            <a:extLst xmlns:a="http://schemas.openxmlformats.org/drawingml/2006/main">
              <a:ext uri="{FF2B5EF4-FFF2-40B4-BE49-F238E27FC236}">
                <a16:creationId xmlns:a16="http://schemas.microsoft.com/office/drawing/2014/main" id="{0AAC4ADF-6D57-4F6A-9F9E-A28173D8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1.0.1</a:t>
            </a:r>
          </a:p>
        </p:txBody>
      </p:sp>
    </p:spTree>
    <p:extLst>
      <p:ext uri="{BB962C8B-B14F-4D97-AF65-F5344CB8AC3E}">
        <p14:creationId xmlns:p14="http://schemas.microsoft.com/office/powerpoint/2010/main" val="16532642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80778A15-7D45-4B36-9A55-3BC16781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01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D5C06998-BC54-4F09-A480-9ABD29B5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1295D459-603B-4901-9A5B-91E5BD85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547C305B-5406-4823-92A0-41AD2D5D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ASSIGNED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1BE49025-D389-4BB4-A618-E2BE2D4E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named owner receives the waiting work.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CEC2ABBB-FAEA-4744-AF08-2D5DDB9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62E123A0-9753-451D-8158-6581F438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D512309F-A091-4B51-A2C4-75DFDF0F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REVIEW GATE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A1D4B564-07E9-4D62-92D3-5A873C78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human keeps the consequential decision.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197EDFFC-CAB2-4E85-BAE2-7535DC03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62EB428C-CFCD-4E6E-AF93-B17B8196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C7A62892-6B09-49AA-8B90-6537BF29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RECEIPT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8C9CE24E-FD19-4D4A-B1B6-F9767E00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The workflow records its final deliverable.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68857F4C-9A62-4E6C-BD5A-9B00DE82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5" name="footer-wordmark-1.0.1">
            <a:extLst xmlns:a="http://schemas.openxmlformats.org/drawingml/2006/main">
              <a:ext uri="{FF2B5EF4-FFF2-40B4-BE49-F238E27FC236}">
                <a16:creationId xmlns:a16="http://schemas.microsoft.com/office/drawing/2014/main" id="{BDA6E332-1AA3-4359-ADD7-0447B1A3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1.0.1">
            <a:extLst xmlns:a="http://schemas.openxmlformats.org/drawingml/2006/main">
              <a:ext uri="{FF2B5EF4-FFF2-40B4-BE49-F238E27FC236}">
                <a16:creationId xmlns:a16="http://schemas.microsoft.com/office/drawing/2014/main" id="{2B183F8D-5F06-474A-B0AE-FAAC9CCA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1.0.1</a:t>
            </a:r>
          </a:p>
        </p:txBody>
      </p:sp>
    </p:spTree>
    <p:extLst>
      <p:ext uri="{BB962C8B-B14F-4D97-AF65-F5344CB8AC3E}">
        <p14:creationId xmlns:p14="http://schemas.microsoft.com/office/powerpoint/2010/main" val="339765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A9B64012-2036-4857-A0E7-A754394A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B6366759-B70B-4541-86A3-DC1C95D8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An illustrative customer-voice pattern for layout testing only.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80A3613B-9F2A-443F-B9C2-CCD83150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Illustrative, not a customer testimonial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42299E4E-0083-4A4A-88BF-4798878E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ILLUSTRATIVE · BRAND OS BLIND-BUILD FIXTURE</a:t>
            </a:r>
          </a:p>
        </p:txBody>
      </p:sp>
    </p:spTree>
    <p:extLst>
      <p:ext uri="{BB962C8B-B14F-4D97-AF65-F5344CB8AC3E}">
        <p14:creationId xmlns:p14="http://schemas.microsoft.com/office/powerpoint/2010/main" val="20484495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4575e7f404fe7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1271DD22-2DB8-4828-9525-8920C309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Bring one waiting workflow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F76119AB-0A0F-4ECC-93AC-AEFBC4B9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F00AEAFF-D271-44EB-ABD5-5ABC58F2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BOOK A WORKING SESSION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244CEB53-52D7-4BDD-8955-302066B4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2FCD7C76-1067-4A41-AA64-5A3A1D9A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MASLOW.AI</a:t>
            </a:r>
          </a:p>
        </p:txBody>
      </p:sp>
      <p:sp>
        <p:nvSpPr>
          <p:cNvPr id="7" name="footer-wordmark-1.0.1">
            <a:extLst xmlns:a="http://schemas.openxmlformats.org/drawingml/2006/main">
              <a:ext uri="{FF2B5EF4-FFF2-40B4-BE49-F238E27FC236}">
                <a16:creationId xmlns:a16="http://schemas.microsoft.com/office/drawing/2014/main" id="{F1052A9D-23A1-4F64-917E-F7FE289D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1.0.1">
            <a:extLst xmlns:a="http://schemas.openxmlformats.org/drawingml/2006/main">
              <a:ext uri="{FF2B5EF4-FFF2-40B4-BE49-F238E27FC236}">
                <a16:creationId xmlns:a16="http://schemas.microsoft.com/office/drawing/2014/main" id="{6211CA7C-2C04-4ADF-87D7-3B77DA77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1.0.1</a:t>
            </a:r>
          </a:p>
        </p:txBody>
      </p:sp>
    </p:spTree>
    <p:extLst>
      <p:ext uri="{BB962C8B-B14F-4D97-AF65-F5344CB8AC3E}">
        <p14:creationId xmlns:p14="http://schemas.microsoft.com/office/powerpoint/2010/main" val="296133631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0.1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0.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2026-08-20T00:28:52.9550000Z</dcterms:created>
  <dcterms:modified xsi:type="dcterms:W3CDTF">2026-08-20T00:28:52.9550000Z</dcterms:modified>
</coreProperties>
</file>