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officeDocument/2006/relationships/extended-properties" Target="/docProps/app.xml" Id="rId1"/><Relationship Type="http://schemas.openxmlformats.org/officeDocument/2006/relationships/officeDocument" Target="/ppt/presentation.xml" Id="rId2"/><Relationship Type="http://schemas.openxmlformats.org/package/2006/relationships/metadata/core-properties" Target="/docProps/core.xml" Id="rId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9"/>
    <p:sldMasterId xmlns:r="http://schemas.openxmlformats.org/officeDocument/2006/relationships" id="2147483650" r:id="rId10"/>
  </p:sldMasterIdLst>
  <p:notesMasterIdLst>
    <p:notesMasterId xmlns:r="http://schemas.openxmlformats.org/officeDocument/2006/relationships" r:id="rId1"/>
  </p:notesMasterIdLst>
  <p:sldIdLst>
    <p:sldId xmlns:r="http://schemas.openxmlformats.org/officeDocument/2006/relationships" id="256" r:id="rId3"/>
    <p:sldId xmlns:r="http://schemas.openxmlformats.org/officeDocument/2006/relationships" id="257" r:id="rId4"/>
    <p:sldId xmlns:r="http://schemas.openxmlformats.org/officeDocument/2006/relationships" id="258" r:id="rId5"/>
    <p:sldId xmlns:r="http://schemas.openxmlformats.org/officeDocument/2006/relationships" id="259" r:id="rId6"/>
    <p:sldId xmlns:r="http://schemas.openxmlformats.org/officeDocument/2006/relationships" id="260" r:id="rId7"/>
    <p:sldId xmlns:r="http://schemas.openxmlformats.org/officeDocument/2006/relationships" id="261" r:id="rI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presProps" Target="/ppt/presProps.xml" Id="rId2"/><Relationship Type="http://schemas.openxmlformats.org/officeDocument/2006/relationships/slide" Target="/ppt/slides/slide1.xml" Id="rId3"/><Relationship Type="http://schemas.openxmlformats.org/officeDocument/2006/relationships/slide" Target="/ppt/slides/slide2.xml" Id="rId4"/><Relationship Type="http://schemas.openxmlformats.org/officeDocument/2006/relationships/slide" Target="/ppt/slides/slide3.xml" Id="rId5"/><Relationship Type="http://schemas.openxmlformats.org/officeDocument/2006/relationships/slide" Target="/ppt/slides/slide4.xml" Id="rId6"/><Relationship Type="http://schemas.openxmlformats.org/officeDocument/2006/relationships/slide" Target="/ppt/slides/slide5.xml" Id="rId7"/><Relationship Type="http://schemas.openxmlformats.org/officeDocument/2006/relationships/slide" Target="/ppt/slides/slide6.xml" Id="rId8"/><Relationship Type="http://schemas.openxmlformats.org/officeDocument/2006/relationships/slideMaster" Target="/ppt/slideMasters/slideMaster1.xml" Id="rId9"/><Relationship Type="http://schemas.openxmlformats.org/officeDocument/2006/relationships/slideMaster" Target="/ppt/slideMasters/slideMaster2.xml" Id="rId10"/><Relationship Type="http://schemas.openxmlformats.org/officeDocument/2006/relationships/tableStyles" Target="/ppt/tableStyles.xml" Id="rId11"/><Relationship Type="http://schemas.openxmlformats.org/officeDocument/2006/relationships/theme" Target="/ppt/theme/theme1.xml" Id="rId12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4.xml" Id="rId1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1.xml" Id="rId2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2.xml" Id="rId2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3.xml" Id="rId2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4.xml" Id="rId2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5.xml" Id="rId2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notesMaster" Target="/ppt/notesMasters/notesMaster1.xml" Id="rId1"/><Relationship Type="http://schemas.openxmlformats.org/officeDocument/2006/relationships/slide" Target="/ppt/slides/slide6.xml" Id="rId2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Id1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2.xml" Id="rId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310190F3-A5DF-55A3-B6C0-43AC89EE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BF3ECDF5-084E-5F6F-836E-EAA19091915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9790C2EA-1A6D-5ADB-A006-DB6933ACC0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3E2C7BFB-1C52-56BF-B6DE-6D4D2A8F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95004533-AA10-5A36-8A0C-F418CF157EA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66DAC599-2E9B-5E94-AD7D-6DF459FC07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D87BB0D0-8F4A-525D-A2AB-E1D33D50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ED38757D-C3CD-5DCE-871E-ACCF23CFA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2BC6FFDF-9EB8-5016-893F-129CF56C085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7FD1B23C-9D80-5101-874D-7B6D1874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AC01EC95-7E27-5997-9017-60B8B43DC4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718D0A01-D416-5145-BB47-B3087DCC01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layout placeholder when authoring a new slide.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EA03A625-C576-50B9-8010-5A09FC91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02AE9DC2-2DBC-50F9-94A3-242DB207F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5EA47EC0-2F7A-5850-81B7-707BBB28634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EAD0AA3D-F242-5E86-9CAC-5B3BCEB5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D5D0681F-10AE-52E1-AE2E-6204F99903F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MASLOW WORKFLOW BRIEF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885AD679-944C-568D-AFF3-6A3289FBC6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BLIND-BUILD SAMPLE</a:t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Id1"/><Relationship Type="http://schemas.openxmlformats.org/officeDocument/2006/relationships/theme" Target="/ppt/slideMasters/theme/theme2.xml" Id="rId2"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Id1"/><Relationship Type="http://schemas.openxmlformats.org/officeDocument/2006/relationships/slideLayout" Target="/ppt/slideLayouts/slideLayout3.xml" Id="rId2"/><Relationship Type="http://schemas.openxmlformats.org/officeDocument/2006/relationships/slideLayout" Target="/ppt/slideLayouts/slideLayout4.xml" Id="rId3"/><Relationship Type="http://schemas.openxmlformats.org/officeDocument/2006/relationships/slideLayout" Target="/ppt/slideLayouts/slideLayout5.xml" Id="rId4"/><Relationship Type="http://schemas.openxmlformats.org/officeDocument/2006/relationships/slideLayout" Target="/ppt/slideLayouts/slideLayout6.xml" Id="rId5"/><Relationship Type="http://schemas.openxmlformats.org/officeDocument/2006/relationships/slideLayout" Target="/ppt/slideLayouts/slideLayout7.xml" Id="rId6"/><Relationship Type="http://schemas.openxmlformats.org/officeDocument/2006/relationships/theme" Target="/ppt/slideMasters/theme/theme3.xml" Id="rId7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Id1"/>
    <p:sldLayoutId xmlns:r="http://schemas.openxmlformats.org/officeDocument/2006/relationships" id="2147483652" r:id="rId2"/>
    <p:sldLayoutId xmlns:r="http://schemas.openxmlformats.org/officeDocument/2006/relationships" id="2147483653" r:id="rId3"/>
    <p:sldLayoutId xmlns:r="http://schemas.openxmlformats.org/officeDocument/2006/relationships" id="2147483654" r:id="rId4"/>
    <p:sldLayoutId xmlns:r="http://schemas.openxmlformats.org/officeDocument/2006/relationships" id="2147483655" r:id="rId5"/>
    <p:sldLayoutId xmlns:r="http://schemas.openxmlformats.org/officeDocument/2006/relationships" id="2147483656" r:id="rId6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image" Target="/ppt/media/image.png" Id="rId1"/><Relationship Type="http://schemas.openxmlformats.org/officeDocument/2006/relationships/notesSlide" Target="/ppt/notesSlides/notesSlide1.xml" Id="rId2"/><Relationship Type="http://schemas.openxmlformats.org/officeDocument/2006/relationships/slideLayout" Target="/ppt/slideLayouts/slideLayout2.xml" Id="rId3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2.xml" Id="rId1"/><Relationship Type="http://schemas.openxmlformats.org/officeDocument/2006/relationships/slideLayout" Target="/ppt/slideLayouts/slideLayout3.xml" Id="rId2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3.xml" Id="rId1"/><Relationship Type="http://schemas.openxmlformats.org/officeDocument/2006/relationships/slideLayout" Target="/ppt/slideLayouts/slideLayout4.xml" Id="rId2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4.xml" Id="rId1"/><Relationship Type="http://schemas.openxmlformats.org/officeDocument/2006/relationships/slideLayout" Target="/ppt/slideLayouts/slideLayout5.xml" Id="rId2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notesSlide" Target="/ppt/notesSlides/notesSlide5.xml" Id="rId1"/><Relationship Type="http://schemas.openxmlformats.org/officeDocument/2006/relationships/slideLayout" Target="/ppt/slideLayouts/slideLayout6.xml" Id="rId2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image" Target="/ppt/media/image2.png" Id="rId1"/><Relationship Type="http://schemas.openxmlformats.org/officeDocument/2006/relationships/notesSlide" Target="/ppt/notesSlides/notesSlide6.xml" Id="rId2"/><Relationship Type="http://schemas.openxmlformats.org/officeDocument/2006/relationships/slideLayout" Target="/ppt/slideLayouts/slideLayout7.xml" Id="rId3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EADA48C7-92E3-511D-8FB4-24D97440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WORKFLOW BRIEF · OPERATIONS LEADERS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D34DE48F-E1F3-5F41-8DB7-BC6DF56A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BD1D932B-6ED0-533C-B450-F68AD75A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MASLOW AI · ILLUSTRATIVE WORKING SESSION</a:t>
            </a:r>
          </a:p>
        </p:txBody>
      </p:sp>
    </p:spTree>
    <p:extLst>
      <p:ext uri="{BB962C8B-B14F-4D97-AF65-F5344CB8AC3E}">
        <p14:creationId xmlns:p14="http://schemas.microsoft.com/office/powerpoint/2010/main" val="14569979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6A5B9837-AFB3-5A02-BECC-FA0DADC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E2BD8628-9B18-58EE-8A36-F197DC6E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OWNERSHIP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63351BBF-6896-588A-B67F-E01E50DB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Define the work and the decision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CF629152-9524-59FC-8BD0-DF425895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524057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49F4F1FB-1527-560E-9E0C-2D043141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01 · OWNERSHIP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BDA54B1A-B0E7-5197-BA05-AF20B60D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689CAA47-CF3E-5B0E-B6FD-D49EDC32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50F66AD4-41A8-55FA-8292-7DA34280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ED5EC6B2-03BA-561B-867F-4BCD52A7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Intake and triage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70003C15-970A-57A7-BFFD-B4B3E1B7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Operations owns a prioritized queue.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9B23E3EF-8142-5EA5-A9C7-1712BB23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351FAB7C-C5DE-5B70-A98B-F41BE836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02D9D106-C56A-587D-A36A-586AE9C1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Decision preparation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A39D6866-48EF-5287-BD2E-25F3F2DC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Business lead owns a decision-ready brief.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6C302D8E-7C90-51A3-8310-FB8C7A09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641345D4-1399-5DC3-81E8-10B89799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A0F6DAE0-AD1C-5849-9028-42973277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Delivery follow-up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54048FFA-6381-539D-9B18-8A502ED6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Service owner owns a completion receipt.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A853A0F3-F792-5A73-AA51-DD083073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1799B566-9399-54B5-84BD-D7F6BAD9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B12836D9-877E-5A4E-A9C0-1B0D8220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15838800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E35C445F-6442-5B0B-9591-45D894EE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01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FE16208-7B54-5CD1-AB6A-276670DF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Workflow ownership and evidence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DA46C44D-9189-5B0C-8900-CF0B3BE7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AA19070C-37D5-5B71-B577-E011168C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ASSIGNED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58AB29AC-96A7-584A-976C-C15BC8C4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named owner receives the waiting work.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4C181F75-9E91-5A66-8B93-ABC10690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52AF0577-26C1-5F13-9B93-164CDC16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FEF79354-7449-5DA9-B45B-AFA8B066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REVIEW GATE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9CBEB932-1493-54AD-857D-D1D64FDE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A human keeps the consequential decision.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E8B636AF-75EE-5709-AE08-6FDF1143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6AE56476-D154-5DF7-9E76-8FDBFFD3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4D7DE544-D56D-5FFD-A3BA-97666A35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RECEIPT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91561FFF-A078-5026-8CC3-783BDC1B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The workflow records its final deliverable.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CDB2B932-21CB-50A5-ACF8-99BB96A7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ILLUSTRATIVE · EXAMPLE ONLY</a:t>
            </a:r>
          </a:p>
        </p:txBody>
      </p:sp>
      <p:sp>
        <p:nvSpPr>
          <p:cNvPr id="15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38A128B0-3040-5C28-8628-ACAF1B08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A1FE5AF1-F69A-5EEA-A86F-0BD55DC5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14680677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C76803E3-23A3-5A7E-8531-43AD9595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999A823E-FC6C-504E-A213-B4AD38CF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An illustrative customer-voice pattern for layout testing only.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F651A96E-597E-5724-BBF9-F32B85F3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Illustrative, not a customer testimonial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6F6CC0E8-4ED3-531D-B87A-3B206667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ILLUSTRATIVE · BRAND OS BLIND-BUILD FIXTURE</a:t>
            </a:r>
          </a:p>
        </p:txBody>
      </p:sp>
    </p:spTree>
    <p:extLst>
      <p:ext uri="{BB962C8B-B14F-4D97-AF65-F5344CB8AC3E}">
        <p14:creationId xmlns:p14="http://schemas.microsoft.com/office/powerpoint/2010/main" val="6283039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2E36E15A-7002-5558-B6C3-80324026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Bring one waiting workflow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2FC8B57D-D05A-5724-AB90-4789829F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AC7C8004-4394-54A5-A0A7-03145DAE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BOOK A WORKING SESSION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4EED0E5E-60A7-5329-9FDF-2A8F989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3443E47E-6AE9-58D5-9E87-F47073A0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MASLOW.AI</a:t>
            </a:r>
          </a:p>
        </p:txBody>
      </p:sp>
      <p:sp>
        <p:nvSpPr>
          <p:cNvPr id="7" name="footer-wordmark-1.1.0">
            <a:extLst xmlns:a="http://schemas.openxmlformats.org/drawingml/2006/main">
              <a:ext uri="{FF2B5EF4-FFF2-40B4-BE49-F238E27FC236}">
                <a16:creationId xmlns:a16="http://schemas.microsoft.com/office/drawing/2014/main" id="{4A99FAD8-F221-5346-8B17-15D98EA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1.1.0">
            <a:extLst xmlns:a="http://schemas.openxmlformats.org/drawingml/2006/main">
              <a:ext uri="{FF2B5EF4-FFF2-40B4-BE49-F238E27FC236}">
                <a16:creationId xmlns:a16="http://schemas.microsoft.com/office/drawing/2014/main" id="{C34121BC-EFE0-5BE5-A957-6845D254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1.1.0</a:t>
            </a:r>
          </a:p>
        </p:txBody>
      </p:sp>
    </p:spTree>
    <p:extLst>
      <p:ext uri="{BB962C8B-B14F-4D97-AF65-F5344CB8AC3E}">
        <p14:creationId xmlns:p14="http://schemas.microsoft.com/office/powerpoint/2010/main" val="2091892746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2000-01-01T00:00:00Z</dcterms:created>
  <dcterms:modified xsi:type="dcterms:W3CDTF">2000-01-01T00:00:00Z</dcterms:modified>
</coreProperties>
</file>