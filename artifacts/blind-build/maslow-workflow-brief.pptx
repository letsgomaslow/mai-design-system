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4f6e096bfb4f86" /><Relationship Type="http://schemas.openxmlformats.org/officeDocument/2006/relationships/extended-properties" Target="/docProps/app.xml" Id="R24bd7dd247f940d2" /><Relationship Type="http://schemas.openxmlformats.org/officeDocument/2006/relationships/officeDocument" Target="/ppt/presentation.xml" Id="R376d4a2ce6ec41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702a1fd4a547b3"/>
    <p:sldMasterId xmlns:r="http://schemas.openxmlformats.org/officeDocument/2006/relationships" id="2147483650" r:id="R523a98e814fb4622"/>
  </p:sldMasterIdLst>
  <p:notesMasterIdLst>
    <p:notesMasterId xmlns:r="http://schemas.openxmlformats.org/officeDocument/2006/relationships" r:id="Rd915006c725040ad"/>
  </p:notesMasterIdLst>
  <p:sldIdLst>
    <p:sldId xmlns:r="http://schemas.openxmlformats.org/officeDocument/2006/relationships" id="256" r:id="R7dcc0a5fd1064718"/>
    <p:sldId xmlns:r="http://schemas.openxmlformats.org/officeDocument/2006/relationships" id="257" r:id="R676bbcbffcf04c22"/>
    <p:sldId xmlns:r="http://schemas.openxmlformats.org/officeDocument/2006/relationships" id="258" r:id="Rbd528405bff74865"/>
    <p:sldId xmlns:r="http://schemas.openxmlformats.org/officeDocument/2006/relationships" id="259" r:id="R6ca6a983e8954cbe"/>
    <p:sldId xmlns:r="http://schemas.openxmlformats.org/officeDocument/2006/relationships" id="260" r:id="Rddfdeabb2f804fa0"/>
    <p:sldId xmlns:r="http://schemas.openxmlformats.org/officeDocument/2006/relationships" id="261" r:id="Rb1c0f70ee2524a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9051a1cc18495b" /><Relationship Type="http://schemas.openxmlformats.org/officeDocument/2006/relationships/slideMaster" Target="/ppt/slideMasters/slideMaster1.xml" Id="R8d702a1fd4a547b3" /><Relationship Type="http://schemas.openxmlformats.org/officeDocument/2006/relationships/slideMaster" Target="/ppt/slideMasters/slideMaster2.xml" Id="R523a98e814fb4622" /><Relationship Type="http://schemas.openxmlformats.org/officeDocument/2006/relationships/notesMaster" Target="/ppt/notesMasters/notesMaster1.xml" Id="Rd915006c725040ad" /><Relationship Type="http://schemas.openxmlformats.org/officeDocument/2006/relationships/presProps" Target="/ppt/presProps.xml" Id="R574e2d2a9fa544d5" /><Relationship Type="http://schemas.openxmlformats.org/officeDocument/2006/relationships/tableStyles" Target="/ppt/tableStyles.xml" Id="Ra99e2bf137bb4a8f" /><Relationship Type="http://schemas.openxmlformats.org/officeDocument/2006/relationships/slide" Target="/ppt/slides/slide1.xml" Id="R7dcc0a5fd1064718" /><Relationship Type="http://schemas.openxmlformats.org/officeDocument/2006/relationships/slide" Target="/ppt/slides/slide2.xml" Id="R676bbcbffcf04c22" /><Relationship Type="http://schemas.openxmlformats.org/officeDocument/2006/relationships/slide" Target="/ppt/slides/slide3.xml" Id="Rbd528405bff74865" /><Relationship Type="http://schemas.openxmlformats.org/officeDocument/2006/relationships/slide" Target="/ppt/slides/slide4.xml" Id="R6ca6a983e8954cbe" /><Relationship Type="http://schemas.openxmlformats.org/officeDocument/2006/relationships/slide" Target="/ppt/slides/slide5.xml" Id="Rddfdeabb2f804fa0" /><Relationship Type="http://schemas.openxmlformats.org/officeDocument/2006/relationships/slide" Target="/ppt/slides/slide6.xml" Id="Rb1c0f70ee2524a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f25a8417b4242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0bf20782114951" /><Relationship Type="http://schemas.openxmlformats.org/officeDocument/2006/relationships/notesMaster" Target="/ppt/notesMasters/notesMaster1.xml" Id="Rf10ee0e06f414b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e3d7d2653b405c" /><Relationship Type="http://schemas.openxmlformats.org/officeDocument/2006/relationships/notesMaster" Target="/ppt/notesMasters/notesMaster1.xml" Id="R3c67beafcf6746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44dda8d96f491f" /><Relationship Type="http://schemas.openxmlformats.org/officeDocument/2006/relationships/notesMaster" Target="/ppt/notesMasters/notesMaster1.xml" Id="R027edbabf2354e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8ee47ef3ec4346" /><Relationship Type="http://schemas.openxmlformats.org/officeDocument/2006/relationships/notesMaster" Target="/ppt/notesMasters/notesMaster1.xml" Id="Rb9e63876260549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faae74ef29452d" /><Relationship Type="http://schemas.openxmlformats.org/officeDocument/2006/relationships/notesMaster" Target="/ppt/notesMasters/notesMaster1.xml" Id="Rcc056c891bb44b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f1f85619714cab" /><Relationship Type="http://schemas.openxmlformats.org/officeDocument/2006/relationships/notesMaster" Target="/ppt/notesMasters/notesMaster1.xml" Id="Ree9ef8e9e6e643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49e24b17b847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bfb9834345647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162032b895b4d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d16806dd0b947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dddb0f12b146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fc9558712ec4b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9259d03e9674f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20DBBF28-D20D-4828-AD77-BA2B3A35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9F8EED44-119A-4B7A-8BB9-A126E9F359A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A4962A81-4D48-4EA7-AC1F-127FD6AF2FC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AAA46565-7D66-4390-80A9-A17D86F9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B033E4C9-0E65-418F-842D-E1BBF1AD463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0FD5675B-9BD4-4CF8-9F8A-8870E32A3F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3FCA4B28-0A5D-4602-86A8-A3983AB5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C0454D5B-E70E-48C5-A832-656ADC2B2F8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ABAA0750-67D1-4E43-A33A-0E1BA378B0B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2AD15725-EDA9-4418-8568-C0304811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4221883D-3F27-4EA7-8944-B2261151B80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B9752C44-A4E9-4D40-BC67-3CF416456D8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BF335948-3450-412D-B5EC-14415DE2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7A24F30E-C28A-4018-8226-504196E5E37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08CF1993-1501-45B7-9DF0-E9C07F39E0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8EC585C5-D010-4C20-80BA-48BB32D8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8621D023-12F4-40BF-AF43-9D57242BA2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950B20E8-3CAD-429D-AC13-24E17CB8CC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e82eb105f54d1a" /><Relationship Type="http://schemas.openxmlformats.org/officeDocument/2006/relationships/slideLayout" Target="/ppt/slideLayouts/slideLayout1.xml" Id="R8d9edc4a2278453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a6228b04f784a03" /><Relationship Type="http://schemas.openxmlformats.org/officeDocument/2006/relationships/slideLayout" Target="/ppt/slideLayouts/slideLayout2.xml" Id="R52cec01fb9e14b07" /><Relationship Type="http://schemas.openxmlformats.org/officeDocument/2006/relationships/slideLayout" Target="/ppt/slideLayouts/slideLayout3.xml" Id="R3e8aa733ece7470d" /><Relationship Type="http://schemas.openxmlformats.org/officeDocument/2006/relationships/slideLayout" Target="/ppt/slideLayouts/slideLayout4.xml" Id="R99b1d8eac67942bb" /><Relationship Type="http://schemas.openxmlformats.org/officeDocument/2006/relationships/slideLayout" Target="/ppt/slideLayouts/slideLayout5.xml" Id="Ra204d9c65ecc4a8e" /><Relationship Type="http://schemas.openxmlformats.org/officeDocument/2006/relationships/slideLayout" Target="/ppt/slideLayouts/slideLayout6.xml" Id="R1fbc9405f2144821" /><Relationship Type="http://schemas.openxmlformats.org/officeDocument/2006/relationships/slideLayout" Target="/ppt/slideLayouts/slideLayout7.xml" Id="R987f9a7a4f2d41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9edc4a227845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52cec01fb9e14b07"/>
    <p:sldLayoutId xmlns:r="http://schemas.openxmlformats.org/officeDocument/2006/relationships" id="2147483652" r:id="R3e8aa733ece7470d"/>
    <p:sldLayoutId xmlns:r="http://schemas.openxmlformats.org/officeDocument/2006/relationships" id="2147483653" r:id="R99b1d8eac67942bb"/>
    <p:sldLayoutId xmlns:r="http://schemas.openxmlformats.org/officeDocument/2006/relationships" id="2147483654" r:id="Ra204d9c65ecc4a8e"/>
    <p:sldLayoutId xmlns:r="http://schemas.openxmlformats.org/officeDocument/2006/relationships" id="2147483655" r:id="R1fbc9405f2144821"/>
    <p:sldLayoutId xmlns:r="http://schemas.openxmlformats.org/officeDocument/2006/relationships" id="2147483656" r:id="R987f9a7a4f2d411d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90c9829394c8d" /><Relationship Type="http://schemas.openxmlformats.org/officeDocument/2006/relationships/image" Target="/ppt/media/image.png" Id="Rdd91a164216b40af" /><Relationship Type="http://schemas.openxmlformats.org/officeDocument/2006/relationships/notesSlide" Target="/ppt/notesSlides/notesSlide1.xml" Id="R1ec951b045844d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0ea24031c94068" /><Relationship Type="http://schemas.openxmlformats.org/officeDocument/2006/relationships/notesSlide" Target="/ppt/notesSlides/notesSlide2.xml" Id="R843f5077ab7f46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c16167dd97b402b" /><Relationship Type="http://schemas.openxmlformats.org/officeDocument/2006/relationships/notesSlide" Target="/ppt/notesSlides/notesSlide3.xml" Id="R0728b576453440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59c90945a81457d" /><Relationship Type="http://schemas.openxmlformats.org/officeDocument/2006/relationships/notesSlide" Target="/ppt/notesSlides/notesSlide4.xml" Id="R3fca039f5d9e48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47babbfaa3432e" /><Relationship Type="http://schemas.openxmlformats.org/officeDocument/2006/relationships/notesSlide" Target="/ppt/notesSlides/notesSlide5.xml" Id="R27cba6075ad044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f45e4ed03b46b8" /><Relationship Type="http://schemas.openxmlformats.org/officeDocument/2006/relationships/image" Target="/ppt/media/image2.png" Id="Rfba00062827846e2" /><Relationship Type="http://schemas.openxmlformats.org/officeDocument/2006/relationships/notesSlide" Target="/ppt/notesSlides/notesSlide6.xml" Id="R607fd63c301848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1a164216b40af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28C5E484-2624-49D0-A608-E16F4622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WORKFLOW BRIEF · OPERATIONS LEADERS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4267B848-ED2F-4F85-AB6B-3B0E24C3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A2D06F13-EBD9-485F-82C3-53827BA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MASLOW AI · ILLUSTRATIVE WORKING SESSION</a:t>
            </a:r>
          </a:p>
        </p:txBody>
      </p:sp>
    </p:spTree>
    <p:extLst>
      <p:ext uri="{BB962C8B-B14F-4D97-AF65-F5344CB8AC3E}">
        <p14:creationId xmlns:p14="http://schemas.microsoft.com/office/powerpoint/2010/main" val="14667406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B97C9461-382D-41A7-856D-F2DD2E53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60077336-914C-4438-873D-AFE5D91D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OWNERSHIP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8CFA4026-969F-4BC1-A485-10FC1653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Define the work and the decision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8044DC6F-20E4-44CD-AB29-609E20C4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25534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5A114BE4-522C-4B04-A921-623FFB34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01 · OWNERSHIP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A4562018-218B-4361-BF71-96A2B94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80D6BD7B-6BB1-495F-A199-F00566A7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104D30CF-1A91-48F0-AE07-69032D4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00C11F03-2263-4AC5-A163-634E023F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Intake and triage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F3CC7234-4193-496B-842F-E8FF5228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Operations owns a prioritized queue.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155E0860-B333-458F-9A8D-792DEE5D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7463D89E-0195-4008-9916-79E5ACAA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11595770-DB9A-4A90-9C87-1C3E9401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Decision preparation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E85C713B-E023-4787-B516-386331CC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Business lead owns a decision-ready brief.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82E5551B-BFA7-496A-AD59-C10B0066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348658CB-99BF-4797-A326-E4BCEA9E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A13C7562-CE2A-4673-A488-38E2D30A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Delivery follow-up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99FB5377-17E3-47E7-8D30-F86FB348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Service owner owns a completion receipt.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DC1D08F1-EC15-48D4-B2AC-E900D020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615820CD-F39D-4ACE-8501-7E37C148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D1236267-7228-428D-8E33-7FE08570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194358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2F2FED08-E6AB-40DE-BB29-5AC54ABD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01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8121910-777B-4BEE-9DF0-2D5BB9BA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37AA1BC2-971B-4E9B-8C21-C42E0B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462736D9-DB46-48DE-A332-1A309420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ASSIGNED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AFB0F8F4-C816-4609-9613-B0C807A4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named owner receives the waiting work.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4898A57A-D172-4357-A63E-5E829192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96489E28-6915-4B32-962A-E1DD0FCC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2F4D918C-DBB2-4E20-853C-0DBE6BE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REVIEW GATE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2BA544E3-0D44-4730-B523-668CC459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human keeps the consequential decision.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FB86C9E9-76F7-486D-A4DB-BE6E96E5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8B0BA5E6-C7CD-407C-A1B9-F35CBE9A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B7C721C7-47E4-4EC5-821E-C3115FC4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RECEIPT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B015E4A7-ECA5-4935-AD06-2683B76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The workflow records its final deliverable.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3EA0ACBF-A4FD-4517-AF57-94E80E2E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5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4132AE4A-963C-47E3-9309-2545731A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9581229F-D711-410F-BF1E-9F953EDA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4870222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C99F236E-4589-484C-A5DF-F91B648E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9F0CF28F-EBAD-4228-BB45-334597AC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An illustrative customer-voice pattern for layout testing only.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147304B7-711C-4745-884D-E82836D0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Illustrative, not a customer testimonial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77C2DB1D-3DC8-4313-9C90-2407CCA3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ILLUSTRATIVE · BRAND OS BLIND-BUILD FIXTURE</a:t>
            </a:r>
          </a:p>
        </p:txBody>
      </p:sp>
    </p:spTree>
    <p:extLst>
      <p:ext uri="{BB962C8B-B14F-4D97-AF65-F5344CB8AC3E}">
        <p14:creationId xmlns:p14="http://schemas.microsoft.com/office/powerpoint/2010/main" val="11977591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00062827846e2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AE857C88-C3CE-43C3-937E-3FB72841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Bring one waiting workflow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B341D537-9F36-4568-B34B-A2DD10C4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A68313CD-3A4A-40D4-9B20-514C3B80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BOOK A WORKING SESSION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C5C84CEE-FF5C-44EC-B9E4-D3A818AE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13E57951-8661-4F45-85FF-CC5F1141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MASLOW.AI</a:t>
            </a:r>
          </a:p>
        </p:txBody>
      </p:sp>
      <p:sp>
        <p:nvSpPr>
          <p:cNvPr id="7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B29BD7D4-E216-41D1-8635-75150A12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56B07807-4BA0-439E-B7D2-498139F6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212934573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2026-08-20T01:46:13.1760000Z</dcterms:created>
  <dcterms:modified xsi:type="dcterms:W3CDTF">2026-08-20T01:46:13.1760000Z</dcterms:modified>
</coreProperties>
</file>