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58b3efe88b42be" /><Relationship Type="http://schemas.openxmlformats.org/officeDocument/2006/relationships/extended-properties" Target="/docProps/app.xml" Id="Ra12834e779324c68" /><Relationship Type="http://schemas.openxmlformats.org/officeDocument/2006/relationships/officeDocument" Target="/ppt/presentation.xml" Id="Rbba86a93ebe845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215d2ea8a84c87"/>
    <p:sldMasterId xmlns:r="http://schemas.openxmlformats.org/officeDocument/2006/relationships" id="2147483650" r:id="R245d0709062441e0"/>
  </p:sldMasterIdLst>
  <p:notesMasterIdLst>
    <p:notesMasterId xmlns:r="http://schemas.openxmlformats.org/officeDocument/2006/relationships" r:id="R558382e786ed4a34"/>
  </p:notesMasterIdLst>
  <p:sldIdLst>
    <p:sldId xmlns:r="http://schemas.openxmlformats.org/officeDocument/2006/relationships" id="256" r:id="R326351ff680b4e95"/>
    <p:sldId xmlns:r="http://schemas.openxmlformats.org/officeDocument/2006/relationships" id="257" r:id="Rc71598d59a3f47ba"/>
    <p:sldId xmlns:r="http://schemas.openxmlformats.org/officeDocument/2006/relationships" id="258" r:id="R563c14717ac942f3"/>
    <p:sldId xmlns:r="http://schemas.openxmlformats.org/officeDocument/2006/relationships" id="259" r:id="R9e8785e836864ea0"/>
    <p:sldId xmlns:r="http://schemas.openxmlformats.org/officeDocument/2006/relationships" id="260" r:id="R3a229730eab24a20"/>
    <p:sldId xmlns:r="http://schemas.openxmlformats.org/officeDocument/2006/relationships" id="261" r:id="R8d3dade39a0842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98fc41d0f4bc6" /><Relationship Type="http://schemas.openxmlformats.org/officeDocument/2006/relationships/slideMaster" Target="/ppt/slideMasters/slideMaster1.xml" Id="R13215d2ea8a84c87" /><Relationship Type="http://schemas.openxmlformats.org/officeDocument/2006/relationships/slideMaster" Target="/ppt/slideMasters/slideMaster2.xml" Id="R245d0709062441e0" /><Relationship Type="http://schemas.openxmlformats.org/officeDocument/2006/relationships/notesMaster" Target="/ppt/notesMasters/notesMaster1.xml" Id="R558382e786ed4a34" /><Relationship Type="http://schemas.openxmlformats.org/officeDocument/2006/relationships/presProps" Target="/ppt/presProps.xml" Id="R36118b7d196f47c6" /><Relationship Type="http://schemas.openxmlformats.org/officeDocument/2006/relationships/tableStyles" Target="/ppt/tableStyles.xml" Id="R2ed614eb2e9c424d" /><Relationship Type="http://schemas.openxmlformats.org/officeDocument/2006/relationships/slide" Target="/ppt/slides/slide1.xml" Id="R326351ff680b4e95" /><Relationship Type="http://schemas.openxmlformats.org/officeDocument/2006/relationships/slide" Target="/ppt/slides/slide2.xml" Id="Rc71598d59a3f47ba" /><Relationship Type="http://schemas.openxmlformats.org/officeDocument/2006/relationships/slide" Target="/ppt/slides/slide3.xml" Id="R563c14717ac942f3" /><Relationship Type="http://schemas.openxmlformats.org/officeDocument/2006/relationships/slide" Target="/ppt/slides/slide4.xml" Id="R9e8785e836864ea0" /><Relationship Type="http://schemas.openxmlformats.org/officeDocument/2006/relationships/slide" Target="/ppt/slides/slide5.xml" Id="R3a229730eab24a20" /><Relationship Type="http://schemas.openxmlformats.org/officeDocument/2006/relationships/slide" Target="/ppt/slides/slide6.xml" Id="R8d3dade39a0842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cadcb37267b4e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Maslow Brand OS 1.1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1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e5cdf6d2474e65" /><Relationship Type="http://schemas.openxmlformats.org/officeDocument/2006/relationships/notesMaster" Target="/ppt/notesMasters/notesMaster1.xml" Id="R2eb63ec55ca64c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2946a225f14993" /><Relationship Type="http://schemas.openxmlformats.org/officeDocument/2006/relationships/notesMaster" Target="/ppt/notesMasters/notesMaster1.xml" Id="R5f5912ed4cba46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97457d7e95484f" /><Relationship Type="http://schemas.openxmlformats.org/officeDocument/2006/relationships/notesMaster" Target="/ppt/notesMasters/notesMaster1.xml" Id="R1ca7389b660040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14c3778df346d7" /><Relationship Type="http://schemas.openxmlformats.org/officeDocument/2006/relationships/notesMaster" Target="/ppt/notesMasters/notesMaster1.xml" Id="R3b34378fd47944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b6e938c59c4add" /><Relationship Type="http://schemas.openxmlformats.org/officeDocument/2006/relationships/notesMaster" Target="/ppt/notesMasters/notesMaster1.xml" Id="R0c719f6cfe8349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01501f0c5b48e1" /><Relationship Type="http://schemas.openxmlformats.org/officeDocument/2006/relationships/notesMaster" Target="/ppt/notesMasters/notesMaster1.xml" Id="Re25af81c4f2a47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01 Title. Replace all variables. Keep the external position intact unless an approved campaign brief requires a narrower headline.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02 Section. The pink rule is a small signal. Keep all readable text in navy, white, teal, or accessible purple.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03 Content. Each row names the waiting workflow, responsible owner, and deliverable. Keep one communication job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04 Evidence. Every claim requires production, modeled, illustrative, or in_preparation plus a source. Put longer provenance here in speaker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05 Quote. Do not release an unsourced quote. If the quote is an illustrative writing pattern, label it illustrative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06 Closing. End on one explicit next action. The action is navy on white; pink remains a small signal.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5ce75c8eb44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a9531f38b64a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1174d4ab2040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34f7d6939743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470d12a4ec42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a1040110974d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73952caf9047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01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1 Title background">
            <a:extLst xmlns:a="http://schemas.openxmlformats.org/drawingml/2006/main">
              <a:ext uri="{FF2B5EF4-FFF2-40B4-BE49-F238E27FC236}">
                <a16:creationId xmlns:a16="http://schemas.microsoft.com/office/drawing/2014/main" id="{EB4D7C85-668A-41D2-AC3D-60E9E01E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1 Title title 0">
            <a:extLst xmlns:a="http://schemas.openxmlformats.org/drawingml/2006/main">
              <a:ext uri="{FF2B5EF4-FFF2-40B4-BE49-F238E27FC236}">
                <a16:creationId xmlns:a16="http://schemas.microsoft.com/office/drawing/2014/main" id="{E7B14ACC-DA14-495F-BE0B-E608E22D508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2571750"/>
            <a:ext cx="9715500" cy="2095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1 Title subtitle 0">
            <a:extLst xmlns:a="http://schemas.openxmlformats.org/drawingml/2006/main">
              <a:ext uri="{FF2B5EF4-FFF2-40B4-BE49-F238E27FC236}">
                <a16:creationId xmlns:a16="http://schemas.microsoft.com/office/drawing/2014/main" id="{6F58992B-1316-470D-AB79-42B4F564DB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4876800"/>
            <a:ext cx="8572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02 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2 Section background">
            <a:extLst xmlns:a="http://schemas.openxmlformats.org/drawingml/2006/main">
              <a:ext uri="{FF2B5EF4-FFF2-40B4-BE49-F238E27FC236}">
                <a16:creationId xmlns:a16="http://schemas.microsoft.com/office/drawing/2014/main" id="{F178C535-3BBC-4018-ABAF-7C6CAC38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2 Section title 0">
            <a:extLst xmlns:a="http://schemas.openxmlformats.org/drawingml/2006/main">
              <a:ext uri="{FF2B5EF4-FFF2-40B4-BE49-F238E27FC236}">
                <a16:creationId xmlns:a16="http://schemas.microsoft.com/office/drawing/2014/main" id="{36DFB383-5A08-41E7-AE80-7C1B859FE15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4095750"/>
            <a:ext cx="904875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2 Section subtitle 0">
            <a:extLst xmlns:a="http://schemas.openxmlformats.org/drawingml/2006/main">
              <a:ext uri="{FF2B5EF4-FFF2-40B4-BE49-F238E27FC236}">
                <a16:creationId xmlns:a16="http://schemas.microsoft.com/office/drawing/2014/main" id="{D5EDC97B-F597-4050-B7B2-1D23C17B2D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3676650"/>
            <a:ext cx="6191250" cy="323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03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3 Content background">
            <a:extLst xmlns:a="http://schemas.openxmlformats.org/drawingml/2006/main">
              <a:ext uri="{FF2B5EF4-FFF2-40B4-BE49-F238E27FC236}">
                <a16:creationId xmlns:a16="http://schemas.microsoft.com/office/drawing/2014/main" id="{731A846E-CE61-4CA7-B193-5139979D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3 Content title 0">
            <a:extLst xmlns:a="http://schemas.openxmlformats.org/drawingml/2006/main">
              <a:ext uri="{FF2B5EF4-FFF2-40B4-BE49-F238E27FC236}">
                <a16:creationId xmlns:a16="http://schemas.microsoft.com/office/drawing/2014/main" id="{15198248-69D5-4C64-A434-0B5CFAD3618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971550"/>
            <a:ext cx="9810750" cy="781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3 Content body 0">
            <a:extLst xmlns:a="http://schemas.openxmlformats.org/drawingml/2006/main">
              <a:ext uri="{FF2B5EF4-FFF2-40B4-BE49-F238E27FC236}">
                <a16:creationId xmlns:a16="http://schemas.microsoft.com/office/drawing/2014/main" id="{5E6F8993-86C8-4F4C-9DBB-BD42D6ACE20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2000250"/>
            <a:ext cx="9810750" cy="3429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{{BODY}}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04 Evid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4 Evidence background">
            <a:extLst xmlns:a="http://schemas.openxmlformats.org/drawingml/2006/main">
              <a:ext uri="{FF2B5EF4-FFF2-40B4-BE49-F238E27FC236}">
                <a16:creationId xmlns:a16="http://schemas.microsoft.com/office/drawing/2014/main" id="{0758F6B5-C353-4774-9154-FACCD766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4 Evidence title 0">
            <a:extLst xmlns:a="http://schemas.openxmlformats.org/drawingml/2006/main">
              <a:ext uri="{FF2B5EF4-FFF2-40B4-BE49-F238E27FC236}">
                <a16:creationId xmlns:a16="http://schemas.microsoft.com/office/drawing/2014/main" id="{B8C182F0-C8B0-4068-9101-A7E8A11BF02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971550"/>
            <a:ext cx="9810750" cy="781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4 Evidence body 0">
            <a:extLst xmlns:a="http://schemas.openxmlformats.org/drawingml/2006/main">
              <a:ext uri="{FF2B5EF4-FFF2-40B4-BE49-F238E27FC236}">
                <a16:creationId xmlns:a16="http://schemas.microsoft.com/office/drawing/2014/main" id="{A47BF7E9-D575-4C7D-944C-8F4F99C472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2190750"/>
            <a:ext cx="9810750" cy="3143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{{BODY}}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05 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5 Quote background">
            <a:extLst xmlns:a="http://schemas.openxmlformats.org/drawingml/2006/main">
              <a:ext uri="{FF2B5EF4-FFF2-40B4-BE49-F238E27FC236}">
                <a16:creationId xmlns:a16="http://schemas.microsoft.com/office/drawing/2014/main" id="{D598B5B1-A1A4-4526-9394-CF2FF0E6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5 Quote title 0">
            <a:extLst xmlns:a="http://schemas.openxmlformats.org/drawingml/2006/main">
              <a:ext uri="{FF2B5EF4-FFF2-40B4-BE49-F238E27FC236}">
                <a16:creationId xmlns:a16="http://schemas.microsoft.com/office/drawing/2014/main" id="{69C3E6D2-ECC0-43B0-B6AC-B8F62C781AC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238250" y="2190750"/>
            <a:ext cx="9525000" cy="2190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5 Quote subtitle 0">
            <a:extLst xmlns:a="http://schemas.openxmlformats.org/drawingml/2006/main">
              <a:ext uri="{FF2B5EF4-FFF2-40B4-BE49-F238E27FC236}">
                <a16:creationId xmlns:a16="http://schemas.microsoft.com/office/drawing/2014/main" id="{DBA794BD-1D76-43E0-8F8E-D524533F18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38250" y="4667250"/>
            <a:ext cx="8572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06 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6 Closing background">
            <a:extLst xmlns:a="http://schemas.openxmlformats.org/drawingml/2006/main">
              <a:ext uri="{FF2B5EF4-FFF2-40B4-BE49-F238E27FC236}">
                <a16:creationId xmlns:a16="http://schemas.microsoft.com/office/drawing/2014/main" id="{C933616D-92B3-47FD-8BF4-E781A2E8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6 Closing title 0">
            <a:extLst xmlns:a="http://schemas.openxmlformats.org/drawingml/2006/main">
              <a:ext uri="{FF2B5EF4-FFF2-40B4-BE49-F238E27FC236}">
                <a16:creationId xmlns:a16="http://schemas.microsoft.com/office/drawing/2014/main" id="{1A017F44-8778-4827-B646-C047CC49148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2095500"/>
            <a:ext cx="9715500" cy="1619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6 Closing subtitle 0">
            <a:extLst xmlns:a="http://schemas.openxmlformats.org/drawingml/2006/main">
              <a:ext uri="{FF2B5EF4-FFF2-40B4-BE49-F238E27FC236}">
                <a16:creationId xmlns:a16="http://schemas.microsoft.com/office/drawing/2014/main" id="{302CA6A2-A8C2-46D3-9EB9-32EEF11846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4095750"/>
            <a:ext cx="6667500" cy="704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19b8ea314e4fbc" /><Relationship Type="http://schemas.openxmlformats.org/officeDocument/2006/relationships/slideLayout" Target="/ppt/slideLayouts/slideLayout1.xml" Id="R05691c50a44e463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fe9a7b17ac14d3f" /><Relationship Type="http://schemas.openxmlformats.org/officeDocument/2006/relationships/slideLayout" Target="/ppt/slideLayouts/slideLayout2.xml" Id="R5a711c3fb7344553" /><Relationship Type="http://schemas.openxmlformats.org/officeDocument/2006/relationships/slideLayout" Target="/ppt/slideLayouts/slideLayout3.xml" Id="R9e6f3481a1564951" /><Relationship Type="http://schemas.openxmlformats.org/officeDocument/2006/relationships/slideLayout" Target="/ppt/slideLayouts/slideLayout4.xml" Id="R8b0301a4580e4f6c" /><Relationship Type="http://schemas.openxmlformats.org/officeDocument/2006/relationships/slideLayout" Target="/ppt/slideLayouts/slideLayout5.xml" Id="R8d6147402585481a" /><Relationship Type="http://schemas.openxmlformats.org/officeDocument/2006/relationships/slideLayout" Target="/ppt/slideLayouts/slideLayout6.xml" Id="R009bfbe0c2fd4a93" /><Relationship Type="http://schemas.openxmlformats.org/officeDocument/2006/relationships/slideLayout" Target="/ppt/slideLayouts/slideLayout7.xml" Id="Rad7985fafd674e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691c50a44e46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low Brand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a711c3fb7344553"/>
    <p:sldLayoutId xmlns:r="http://schemas.openxmlformats.org/officeDocument/2006/relationships" id="2147483652" r:id="R9e6f3481a1564951"/>
    <p:sldLayoutId xmlns:r="http://schemas.openxmlformats.org/officeDocument/2006/relationships" id="2147483653" r:id="R8b0301a4580e4f6c"/>
    <p:sldLayoutId xmlns:r="http://schemas.openxmlformats.org/officeDocument/2006/relationships" id="2147483654" r:id="R8d6147402585481a"/>
    <p:sldLayoutId xmlns:r="http://schemas.openxmlformats.org/officeDocument/2006/relationships" id="2147483655" r:id="R009bfbe0c2fd4a93"/>
    <p:sldLayoutId xmlns:r="http://schemas.openxmlformats.org/officeDocument/2006/relationships" id="2147483656" r:id="Rad7985fafd674ef4"/>
  </p:sldLayoutIdLst>
</p:sldMaster>
</file>

<file path=ppt/slideMasters/theme/theme2.xml><?xml version="1.0" encoding="utf-8"?>
<a:theme xmlns:a="http://schemas.openxmlformats.org/drawingml/2006/main" name="ChatGPT">
  <a:themeElements>
    <a:clrScheme name="Maslow Brand OS 1.1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1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Maslow Brand OS 1.1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1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99c53680264f19" /><Relationship Type="http://schemas.openxmlformats.org/officeDocument/2006/relationships/image" Target="/ppt/media/image.png" Id="Ra3c236d254574384" /><Relationship Type="http://schemas.openxmlformats.org/officeDocument/2006/relationships/notesSlide" Target="/ppt/notesSlides/notesSlide1.xml" Id="R2dc8776ee66043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194eb3b2d444bc" /><Relationship Type="http://schemas.openxmlformats.org/officeDocument/2006/relationships/notesSlide" Target="/ppt/notesSlides/notesSlide2.xml" Id="R0a3ef82b48c34b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e1ae70d87004f7b" /><Relationship Type="http://schemas.openxmlformats.org/officeDocument/2006/relationships/notesSlide" Target="/ppt/notesSlides/notesSlide3.xml" Id="R5764a4c2630845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8c3ce213df4465e" /><Relationship Type="http://schemas.openxmlformats.org/officeDocument/2006/relationships/notesSlide" Target="/ppt/notesSlides/notesSlide4.xml" Id="Rf551f7c0453d45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dbba6238042dd" /><Relationship Type="http://schemas.openxmlformats.org/officeDocument/2006/relationships/notesSlide" Target="/ppt/notesSlides/notesSlide5.xml" Id="R3f803ecf555a45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a1b3a85bfd4251" /><Relationship Type="http://schemas.openxmlformats.org/officeDocument/2006/relationships/image" Target="/ppt/media/image2.png" Id="R5aff549c9fb040be" /><Relationship Type="http://schemas.openxmlformats.org/officeDocument/2006/relationships/notesSlide" Target="/ppt/notesSlides/notesSlide6.xml" Id="R6f8c469ebf4340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Maslow AI mark" title="Maslow AI mark in white" descr="Maslow AI mark in wh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236d254574384"/>
          <a:stretch xmlns:a="http://schemas.openxmlformats.org/drawingml/2006/main"/>
        </p:blipFill>
        <p:spPr>
          <a:xfrm xmlns:a="http://schemas.openxmlformats.org/drawingml/2006/main">
            <a:off x="876300" y="593071"/>
            <a:ext cx="2667000" cy="423582"/>
          </a:xfrm>
          <a:prstGeom xmlns:a="http://schemas.openxmlformats.org/drawingml/2006/main" prst="rect">
            <a:avLst/>
          </a:prstGeom>
        </p:spPr>
      </p:pic>
      <p:sp>
        <p:nvSpPr>
          <p:cNvPr id="2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8A52EA43-166A-4F1C-A171-EDDF5504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3C1AE"/>
                </a:solidFill>
                <a:latin typeface="IBM Plex Mono"/>
              </a:defRPr>
            </a:pPr>
            <a:r>
              <a:rPr sz="1125" b="1">
                <a:solidFill>
                  <a:srgbClr val="73C1AE"/>
                </a:solidFill>
                <a:latin typeface="IBM Plex Mono"/>
              </a:rPr>
              <a:t>{{DATE}} · {{AUDIENCE}}</a:t>
            </a:r>
          </a:p>
        </p:txBody>
      </p:sp>
      <p:sp>
        <p:nvSpPr>
          <p:cNvPr id="3" name="title-heading">
            <a:extLst xmlns:a="http://schemas.openxmlformats.org/drawingml/2006/main">
              <a:ext uri="{FF2B5EF4-FFF2-40B4-BE49-F238E27FC236}">
                <a16:creationId xmlns:a16="http://schemas.microsoft.com/office/drawing/2014/main" id="{604778BB-9345-4E8A-8D21-FBA910BA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9906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nrope"/>
              </a:defRPr>
            </a:pPr>
            <a:r>
              <a:rPr sz="4350" b="1">
                <a:solidFill>
                  <a:srgbClr val="FFFFFF"/>
                </a:solidFill>
                <a:latin typeface="Manrope"/>
              </a:rPr>
              <a:t>AI employees for the work that waits</a:t>
            </a:r>
          </a:p>
        </p:txBody>
      </p:sp>
      <p:sp>
        <p:nvSpPr>
          <p:cNvPr id="4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0F7FC66C-FFD6-4FF4-B7A5-5B242A57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4D9"/>
                </a:solidFill>
                <a:latin typeface="Manrope"/>
              </a:defRPr>
            </a:pPr>
            <a:r>
              <a:rPr sz="1500">
                <a:solidFill>
                  <a:srgbClr val="B8C4D9"/>
                </a:solidFill>
                <a:latin typeface="Manrope"/>
              </a:rPr>
              <a:t>{{PRESENTER}} · {{ENGAGEMENT}}</a:t>
            </a:r>
          </a:p>
        </p:txBody>
      </p:sp>
    </p:spTree>
    <p:extLst>
      <p:ext uri="{BB962C8B-B14F-4D97-AF65-F5344CB8AC3E}">
        <p14:creationId xmlns:p14="http://schemas.microsoft.com/office/powerpoint/2010/main" val="729140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step-marker">
            <a:extLst xmlns:a="http://schemas.openxmlformats.org/drawingml/2006/main">
              <a:ext uri="{FF2B5EF4-FFF2-40B4-BE49-F238E27FC236}">
                <a16:creationId xmlns:a16="http://schemas.microsoft.com/office/drawing/2014/main" id="{2953F1B7-655C-4F1C-8FD3-F1C914C8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900" b="1">
                <a:solidFill>
                  <a:srgbClr val="73C1AE"/>
                </a:solidFill>
                <a:latin typeface="Manrope"/>
              </a:defRPr>
            </a:pPr>
            <a:r>
              <a:rPr sz="9900" b="1">
                <a:solidFill>
                  <a:srgbClr val="73C1AE"/>
                </a:solidFill>
                <a:latin typeface="Manrope"/>
              </a:rPr>
              <a:t>02</a:t>
            </a:r>
          </a:p>
        </p:txBody>
      </p:sp>
      <p:sp>
        <p:nvSpPr>
          <p:cNvPr id="2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A389E2A9-ED82-4052-8358-E254F0B5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3C1AE"/>
                </a:solidFill>
                <a:latin typeface="IBM Plex Mono"/>
              </a:defRPr>
            </a:pPr>
            <a:r>
              <a:rPr sz="1125" b="1">
                <a:solidFill>
                  <a:srgbClr val="73C1AE"/>
                </a:solidFill>
                <a:latin typeface="IBM Plex Mono"/>
              </a:rPr>
              <a:t>{{SECTION_LABEL}}</a:t>
            </a:r>
          </a:p>
        </p:txBody>
      </p:sp>
      <p:sp>
        <p:nvSpPr>
          <p:cNvPr id="3" name="section-heading">
            <a:extLst xmlns:a="http://schemas.openxmlformats.org/drawingml/2006/main">
              <a:ext uri="{FF2B5EF4-FFF2-40B4-BE49-F238E27FC236}">
                <a16:creationId xmlns:a16="http://schemas.microsoft.com/office/drawing/2014/main" id="{0600C217-C82F-4BAA-BFC3-8E5AC62A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14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anrope"/>
              </a:defRPr>
            </a:pPr>
            <a:r>
              <a:rPr sz="3900" b="1">
                <a:solidFill>
                  <a:srgbClr val="FFFFFF"/>
                </a:solidFill>
                <a:latin typeface="Manrope"/>
              </a:rPr>
              <a:t>{{SECTION_TITLE}}</a:t>
            </a:r>
          </a:p>
        </p:txBody>
      </p:sp>
      <p:sp>
        <p:nvSpPr>
          <p:cNvPr id="4" name="section-signal">
            <a:extLst xmlns:a="http://schemas.openxmlformats.org/drawingml/2006/main">
              <a:ext uri="{FF2B5EF4-FFF2-40B4-BE49-F238E27FC236}">
                <a16:creationId xmlns:a16="http://schemas.microsoft.com/office/drawing/2014/main" id="{F6C73F5A-F299-4263-BDCB-6E23CA19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BB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5195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tent-eyebrow">
            <a:extLst xmlns:a="http://schemas.openxmlformats.org/drawingml/2006/main">
              <a:ext uri="{FF2B5EF4-FFF2-40B4-BE49-F238E27FC236}">
                <a16:creationId xmlns:a16="http://schemas.microsoft.com/office/drawing/2014/main" id="{A2A7C0C5-8ADA-4F68-A913-1E3556F5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4C8F"/>
                </a:solidFill>
                <a:latin typeface="IBM Plex Mono"/>
              </a:defRPr>
            </a:pPr>
            <a:r>
              <a:rPr sz="975" b="1">
                <a:solidFill>
                  <a:srgbClr val="654C8F"/>
                </a:solidFill>
                <a:latin typeface="IBM Plex Mono"/>
              </a:rPr>
              <a:t>{{SECTION_NUMBER}} · {{SECTION_LABEL}}</a:t>
            </a:r>
          </a:p>
        </p:txBody>
      </p:sp>
      <p:sp>
        <p:nvSpPr>
          <p:cNvPr id="2" name="content-heading">
            <a:extLst xmlns:a="http://schemas.openxmlformats.org/drawingml/2006/main">
              <a:ext uri="{FF2B5EF4-FFF2-40B4-BE49-F238E27FC236}">
                <a16:creationId xmlns:a16="http://schemas.microsoft.com/office/drawing/2014/main" id="{C488FB2E-4C96-4467-BF0C-FCF30F30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92332"/>
                </a:solidFill>
                <a:latin typeface="Manrope"/>
              </a:defRPr>
            </a:pPr>
            <a:r>
              <a:rPr sz="3000" b="1">
                <a:solidFill>
                  <a:srgbClr val="192332"/>
                </a:solidFill>
                <a:latin typeface="Manrope"/>
              </a:rPr>
              <a:t>{{SLIDE_TITLE}}</a:t>
            </a:r>
          </a:p>
        </p:txBody>
      </p:sp>
      <p:sp>
        <p:nvSpPr>
          <p:cNvPr id="3" name="content-top-rule">
            <a:extLst xmlns:a="http://schemas.openxmlformats.org/drawingml/2006/main">
              <a:ext uri="{FF2B5EF4-FFF2-40B4-BE49-F238E27FC236}">
                <a16:creationId xmlns:a16="http://schemas.microsoft.com/office/drawing/2014/main" id="{55AFAC0A-F587-4C8F-828E-724D9DCA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tent-row-01-number">
            <a:extLst xmlns:a="http://schemas.openxmlformats.org/drawingml/2006/main">
              <a:ext uri="{FF2B5EF4-FFF2-40B4-BE49-F238E27FC236}">
                <a16:creationId xmlns:a16="http://schemas.microsoft.com/office/drawing/2014/main" id="{C5F2954B-030B-4E16-9E10-9213E644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01</a:t>
            </a:r>
          </a:p>
        </p:txBody>
      </p:sp>
      <p:sp>
        <p:nvSpPr>
          <p:cNvPr id="5" name="content-row-01-heading">
            <a:extLst xmlns:a="http://schemas.openxmlformats.org/drawingml/2006/main">
              <a:ext uri="{FF2B5EF4-FFF2-40B4-BE49-F238E27FC236}">
                <a16:creationId xmlns:a16="http://schemas.microsoft.com/office/drawing/2014/main" id="{156589AC-ADFD-493B-A028-EACCC274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098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{{WORKFLOW_ONE}}</a:t>
            </a:r>
          </a:p>
        </p:txBody>
      </p:sp>
      <p:sp>
        <p:nvSpPr>
          <p:cNvPr id="6" name="content-row-01-body">
            <a:extLst xmlns:a="http://schemas.openxmlformats.org/drawingml/2006/main">
              <a:ext uri="{FF2B5EF4-FFF2-40B4-BE49-F238E27FC236}">
                <a16:creationId xmlns:a16="http://schemas.microsoft.com/office/drawing/2014/main" id="{83741572-27A2-4EF1-AD6A-82368383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09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{{OWNER_ONE}} owns {{DELIVERABLE_ONE}}.</a:t>
            </a:r>
          </a:p>
        </p:txBody>
      </p:sp>
      <p:sp>
        <p:nvSpPr>
          <p:cNvPr id="7" name="content-row-01-rule">
            <a:extLst xmlns:a="http://schemas.openxmlformats.org/drawingml/2006/main">
              <a:ext uri="{FF2B5EF4-FFF2-40B4-BE49-F238E27FC236}">
                <a16:creationId xmlns:a16="http://schemas.microsoft.com/office/drawing/2014/main" id="{627F3D83-4579-40B5-BB8D-7B1A26EF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ent-row-02-number">
            <a:extLst xmlns:a="http://schemas.openxmlformats.org/drawingml/2006/main">
              <a:ext uri="{FF2B5EF4-FFF2-40B4-BE49-F238E27FC236}">
                <a16:creationId xmlns:a16="http://schemas.microsoft.com/office/drawing/2014/main" id="{CA35740B-D890-4255-BA3B-713D4597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02</a:t>
            </a:r>
          </a:p>
        </p:txBody>
      </p:sp>
      <p:sp>
        <p:nvSpPr>
          <p:cNvPr id="9" name="content-row-02-heading">
            <a:extLst xmlns:a="http://schemas.openxmlformats.org/drawingml/2006/main">
              <a:ext uri="{FF2B5EF4-FFF2-40B4-BE49-F238E27FC236}">
                <a16:creationId xmlns:a16="http://schemas.microsoft.com/office/drawing/2014/main" id="{88499F3F-59E0-4B5F-8543-67FE336F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290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{{WORKFLOW_TWO}}</a:t>
            </a:r>
          </a:p>
        </p:txBody>
      </p:sp>
      <p:sp>
        <p:nvSpPr>
          <p:cNvPr id="10" name="content-row-02-body">
            <a:extLst xmlns:a="http://schemas.openxmlformats.org/drawingml/2006/main">
              <a:ext uri="{FF2B5EF4-FFF2-40B4-BE49-F238E27FC236}">
                <a16:creationId xmlns:a16="http://schemas.microsoft.com/office/drawing/2014/main" id="{D641EF92-368A-4FD4-B7CA-46F0DC76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{{OWNER_TWO}} owns {{DELIVERABLE_TWO}}.</a:t>
            </a:r>
          </a:p>
        </p:txBody>
      </p:sp>
      <p:sp>
        <p:nvSpPr>
          <p:cNvPr id="11" name="content-row-02-rule">
            <a:extLst xmlns:a="http://schemas.openxmlformats.org/drawingml/2006/main">
              <a:ext uri="{FF2B5EF4-FFF2-40B4-BE49-F238E27FC236}">
                <a16:creationId xmlns:a16="http://schemas.microsoft.com/office/drawing/2014/main" id="{0794C04D-EC64-4326-B7BC-CC7B8E83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ent-row-03-number">
            <a:extLst xmlns:a="http://schemas.openxmlformats.org/drawingml/2006/main">
              <a:ext uri="{FF2B5EF4-FFF2-40B4-BE49-F238E27FC236}">
                <a16:creationId xmlns:a16="http://schemas.microsoft.com/office/drawing/2014/main" id="{BAFAB70C-416B-47CF-8E53-6683C3D4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03</a:t>
            </a:r>
          </a:p>
        </p:txBody>
      </p:sp>
      <p:sp>
        <p:nvSpPr>
          <p:cNvPr id="13" name="content-row-03-heading">
            <a:extLst xmlns:a="http://schemas.openxmlformats.org/drawingml/2006/main">
              <a:ext uri="{FF2B5EF4-FFF2-40B4-BE49-F238E27FC236}">
                <a16:creationId xmlns:a16="http://schemas.microsoft.com/office/drawing/2014/main" id="{3AE70FC5-4189-41E8-959D-990199E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482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{{WORKFLOW_THREE}}</a:t>
            </a:r>
          </a:p>
        </p:txBody>
      </p:sp>
      <p:sp>
        <p:nvSpPr>
          <p:cNvPr id="14" name="content-row-03-body">
            <a:extLst xmlns:a="http://schemas.openxmlformats.org/drawingml/2006/main">
              <a:ext uri="{FF2B5EF4-FFF2-40B4-BE49-F238E27FC236}">
                <a16:creationId xmlns:a16="http://schemas.microsoft.com/office/drawing/2014/main" id="{C679D83F-F158-47F4-BF36-98D5A633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482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{{OWNER_THREE}} owns {{DELIVERABLE_THREE}}.</a:t>
            </a:r>
          </a:p>
        </p:txBody>
      </p:sp>
      <p:sp>
        <p:nvSpPr>
          <p:cNvPr id="15" name="content-row-03-rule">
            <a:extLst xmlns:a="http://schemas.openxmlformats.org/drawingml/2006/main">
              <a:ext uri="{FF2B5EF4-FFF2-40B4-BE49-F238E27FC236}">
                <a16:creationId xmlns:a16="http://schemas.microsoft.com/office/drawing/2014/main" id="{13F30FDF-F5C0-4794-840C-385ED7F6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wordmark-{{FOLIO}}">
            <a:extLst xmlns:a="http://schemas.openxmlformats.org/drawingml/2006/main">
              <a:ext uri="{FF2B5EF4-FFF2-40B4-BE49-F238E27FC236}">
                <a16:creationId xmlns:a16="http://schemas.microsoft.com/office/drawing/2014/main" id="{0D90F6D6-EBFE-44F8-A9D2-F6F01B5B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5A5"/>
                </a:solidFill>
                <a:latin typeface="IBM Plex Mono"/>
              </a:defRPr>
            </a:pPr>
            <a:r>
              <a:rPr sz="900" b="1">
                <a:solidFill>
                  <a:srgbClr val="A5A5A5"/>
                </a:solidFill>
                <a:latin typeface="IBM Plex Mono"/>
              </a:rPr>
              <a:t>MASLOW AI</a:t>
            </a:r>
          </a:p>
        </p:txBody>
      </p:sp>
      <p:sp>
        <p:nvSpPr>
          <p:cNvPr id="17" name="footer-folio-{{FOLIO}}">
            <a:extLst xmlns:a="http://schemas.openxmlformats.org/drawingml/2006/main">
              <a:ext uri="{FF2B5EF4-FFF2-40B4-BE49-F238E27FC236}">
                <a16:creationId xmlns:a16="http://schemas.microsoft.com/office/drawing/2014/main" id="{06148F06-47AB-47AC-9539-7CEBF19C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5A5A5"/>
                </a:solidFill>
                <a:latin typeface="IBM Plex Mono"/>
              </a:defRPr>
            </a:pPr>
            <a:r>
              <a:rPr sz="825">
                <a:solidFill>
                  <a:srgbClr val="A5A5A5"/>
                </a:solidFill>
                <a:latin typeface="IBM Plex Mono"/>
              </a:rPr>
              <a:t>MASLOW AI · {{FOLIO}}</a:t>
            </a:r>
          </a:p>
        </p:txBody>
      </p:sp>
    </p:spTree>
    <p:extLst>
      <p:ext uri="{BB962C8B-B14F-4D97-AF65-F5344CB8AC3E}">
        <p14:creationId xmlns:p14="http://schemas.microsoft.com/office/powerpoint/2010/main" val="2000775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vidence-eyebrow">
            <a:extLst xmlns:a="http://schemas.openxmlformats.org/drawingml/2006/main">
              <a:ext uri="{FF2B5EF4-FFF2-40B4-BE49-F238E27FC236}">
                <a16:creationId xmlns:a16="http://schemas.microsoft.com/office/drawing/2014/main" id="{7BDFAE34-0E68-40F2-B702-5ABAB4CF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3C1AE"/>
                </a:solidFill>
                <a:latin typeface="IBM Plex Mono"/>
              </a:defRPr>
            </a:pPr>
            <a:r>
              <a:rPr sz="975" b="1">
                <a:solidFill>
                  <a:srgbClr val="73C1AE"/>
                </a:solidFill>
                <a:latin typeface="IBM Plex Mono"/>
              </a:rPr>
              <a:t>{{SECTION_NUMBER}} · EVIDENCE</a:t>
            </a:r>
          </a:p>
        </p:txBody>
      </p:sp>
      <p:sp>
        <p:nvSpPr>
          <p:cNvPr id="2" name="evidence-heading">
            <a:extLst xmlns:a="http://schemas.openxmlformats.org/drawingml/2006/main">
              <a:ext uri="{FF2B5EF4-FFF2-40B4-BE49-F238E27FC236}">
                <a16:creationId xmlns:a16="http://schemas.microsoft.com/office/drawing/2014/main" id="{5A69978A-EC09-42E9-BEBD-E848E75F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anrope"/>
              </a:defRPr>
            </a:pPr>
            <a:r>
              <a:rPr sz="3000" b="1">
                <a:solidFill>
                  <a:srgbClr val="FFFFFF"/>
                </a:solidFill>
                <a:latin typeface="Manrope"/>
              </a:rPr>
              <a:t>{{SLIDE_TITLE}}</a:t>
            </a:r>
          </a:p>
        </p:txBody>
      </p:sp>
      <p:sp>
        <p:nvSpPr>
          <p:cNvPr id="3" name="evidence-ONE-rule">
            <a:extLst xmlns:a="http://schemas.openxmlformats.org/drawingml/2006/main">
              <a:ext uri="{FF2B5EF4-FFF2-40B4-BE49-F238E27FC236}">
                <a16:creationId xmlns:a16="http://schemas.microsoft.com/office/drawing/2014/main" id="{1F96B506-A281-41D3-9FB2-D0351D53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idence-ONE-value">
            <a:extLst xmlns:a="http://schemas.openxmlformats.org/drawingml/2006/main">
              <a:ext uri="{FF2B5EF4-FFF2-40B4-BE49-F238E27FC236}">
                <a16:creationId xmlns:a16="http://schemas.microsoft.com/office/drawing/2014/main" id="{4B55BEA1-CCFF-4315-BA2D-00AA9066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73C1AE"/>
                </a:solidFill>
                <a:latin typeface="Manrope"/>
              </a:defRPr>
            </a:pPr>
            <a:r>
              <a:rPr sz="2850">
                <a:solidFill>
                  <a:srgbClr val="73C1AE"/>
                </a:solidFill>
                <a:latin typeface="Manrope"/>
              </a:rPr>
              <a:t>{{VALUE_1}}</a:t>
            </a:r>
          </a:p>
        </p:txBody>
      </p:sp>
      <p:sp>
        <p:nvSpPr>
          <p:cNvPr id="5" name="evidence-ONE-claim">
            <a:extLst xmlns:a="http://schemas.openxmlformats.org/drawingml/2006/main">
              <a:ext uri="{FF2B5EF4-FFF2-40B4-BE49-F238E27FC236}">
                <a16:creationId xmlns:a16="http://schemas.microsoft.com/office/drawing/2014/main" id="{CE6BC6FF-5982-47CE-94D4-55C1841E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{{CLAIM_1}}</a:t>
            </a:r>
          </a:p>
        </p:txBody>
      </p:sp>
      <p:sp>
        <p:nvSpPr>
          <p:cNvPr id="6" name="evidence-ONE-source">
            <a:extLst xmlns:a="http://schemas.openxmlformats.org/drawingml/2006/main">
              <a:ext uri="{FF2B5EF4-FFF2-40B4-BE49-F238E27FC236}">
                <a16:creationId xmlns:a16="http://schemas.microsoft.com/office/drawing/2014/main" id="{7DABFA8E-D15F-444B-9E60-7838086A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{{EVIDENCE_STATUS_ONE}} · {{SOURCE_ONE}}</a:t>
            </a:r>
          </a:p>
        </p:txBody>
      </p:sp>
      <p:sp>
        <p:nvSpPr>
          <p:cNvPr id="7" name="evidence-TWO-rule">
            <a:extLst xmlns:a="http://schemas.openxmlformats.org/drawingml/2006/main">
              <a:ext uri="{FF2B5EF4-FFF2-40B4-BE49-F238E27FC236}">
                <a16:creationId xmlns:a16="http://schemas.microsoft.com/office/drawing/2014/main" id="{5F88BF7D-0450-4DCD-907D-FB6ADDDC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TWO-value">
            <a:extLst xmlns:a="http://schemas.openxmlformats.org/drawingml/2006/main">
              <a:ext uri="{FF2B5EF4-FFF2-40B4-BE49-F238E27FC236}">
                <a16:creationId xmlns:a16="http://schemas.microsoft.com/office/drawing/2014/main" id="{495F2654-3460-4EC8-B868-F1D7AE8B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A070A6"/>
                </a:solidFill>
                <a:latin typeface="Manrope"/>
              </a:defRPr>
            </a:pPr>
            <a:r>
              <a:rPr sz="2850">
                <a:solidFill>
                  <a:srgbClr val="A070A6"/>
                </a:solidFill>
                <a:latin typeface="Manrope"/>
              </a:rPr>
              <a:t>{{VALUE_2}}</a:t>
            </a:r>
          </a:p>
        </p:txBody>
      </p:sp>
      <p:sp>
        <p:nvSpPr>
          <p:cNvPr id="9" name="evidence-TWO-claim">
            <a:extLst xmlns:a="http://schemas.openxmlformats.org/drawingml/2006/main">
              <a:ext uri="{FF2B5EF4-FFF2-40B4-BE49-F238E27FC236}">
                <a16:creationId xmlns:a16="http://schemas.microsoft.com/office/drawing/2014/main" id="{1577AB4D-C3B6-47BE-8A75-4DF8F2B4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{{CLAIM_2}}</a:t>
            </a:r>
          </a:p>
        </p:txBody>
      </p:sp>
      <p:sp>
        <p:nvSpPr>
          <p:cNvPr id="10" name="evidence-TWO-source">
            <a:extLst xmlns:a="http://schemas.openxmlformats.org/drawingml/2006/main">
              <a:ext uri="{FF2B5EF4-FFF2-40B4-BE49-F238E27FC236}">
                <a16:creationId xmlns:a16="http://schemas.microsoft.com/office/drawing/2014/main" id="{38C51858-675B-4721-BD64-09B8213A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{{EVIDENCE_STATUS_TWO}} · {{SOURCE_TWO}}</a:t>
            </a:r>
          </a:p>
        </p:txBody>
      </p:sp>
      <p:sp>
        <p:nvSpPr>
          <p:cNvPr id="11" name="evidence-THREE-rule">
            <a:extLst xmlns:a="http://schemas.openxmlformats.org/drawingml/2006/main">
              <a:ext uri="{FF2B5EF4-FFF2-40B4-BE49-F238E27FC236}">
                <a16:creationId xmlns:a16="http://schemas.microsoft.com/office/drawing/2014/main" id="{12128C4C-0EB6-4111-83F4-E43F0BA6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idence-THREE-value">
            <a:extLst xmlns:a="http://schemas.openxmlformats.org/drawingml/2006/main">
              <a:ext uri="{FF2B5EF4-FFF2-40B4-BE49-F238E27FC236}">
                <a16:creationId xmlns:a16="http://schemas.microsoft.com/office/drawing/2014/main" id="{9D0AFAF0-2561-48DF-A569-31F379EF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860"/>
                </a:solidFill>
                <a:latin typeface="Manrope"/>
              </a:defRPr>
            </a:pPr>
            <a:r>
              <a:rPr sz="2850">
                <a:solidFill>
                  <a:srgbClr val="FFF860"/>
                </a:solidFill>
                <a:latin typeface="Manrope"/>
              </a:rPr>
              <a:t>{{VALUE_3}}</a:t>
            </a:r>
          </a:p>
        </p:txBody>
      </p:sp>
      <p:sp>
        <p:nvSpPr>
          <p:cNvPr id="13" name="evidence-THREE-claim">
            <a:extLst xmlns:a="http://schemas.openxmlformats.org/drawingml/2006/main">
              <a:ext uri="{FF2B5EF4-FFF2-40B4-BE49-F238E27FC236}">
                <a16:creationId xmlns:a16="http://schemas.microsoft.com/office/drawing/2014/main" id="{3DD93D0C-565D-47D7-9532-557D8624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{{CLAIM_3}}</a:t>
            </a:r>
          </a:p>
        </p:txBody>
      </p:sp>
      <p:sp>
        <p:nvSpPr>
          <p:cNvPr id="14" name="evidence-THREE-source">
            <a:extLst xmlns:a="http://schemas.openxmlformats.org/drawingml/2006/main">
              <a:ext uri="{FF2B5EF4-FFF2-40B4-BE49-F238E27FC236}">
                <a16:creationId xmlns:a16="http://schemas.microsoft.com/office/drawing/2014/main" id="{84B31344-B6A5-431B-B255-CF3E6E1D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{{EVIDENCE_STATUS_THREE}} · {{SOURCE_THREE}}</a:t>
            </a:r>
          </a:p>
        </p:txBody>
      </p:sp>
      <p:sp>
        <p:nvSpPr>
          <p:cNvPr id="15" name="footer-wordmark-{{FOLIO}}">
            <a:extLst xmlns:a="http://schemas.openxmlformats.org/drawingml/2006/main">
              <a:ext uri="{FF2B5EF4-FFF2-40B4-BE49-F238E27FC236}">
                <a16:creationId xmlns:a16="http://schemas.microsoft.com/office/drawing/2014/main" id="{7884120F-D192-4A1F-B92B-D50F6A0F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4D9"/>
                </a:solidFill>
                <a:latin typeface="IBM Plex Mono"/>
              </a:defRPr>
            </a:pPr>
            <a:r>
              <a:rPr sz="900" b="1">
                <a:solidFill>
                  <a:srgbClr val="B8C4D9"/>
                </a:solidFill>
                <a:latin typeface="IBM Plex Mono"/>
              </a:rPr>
              <a:t>MASLOW AI</a:t>
            </a:r>
          </a:p>
        </p:txBody>
      </p:sp>
      <p:sp>
        <p:nvSpPr>
          <p:cNvPr id="16" name="footer-folio-{{FOLIO}}">
            <a:extLst xmlns:a="http://schemas.openxmlformats.org/drawingml/2006/main">
              <a:ext uri="{FF2B5EF4-FFF2-40B4-BE49-F238E27FC236}">
                <a16:creationId xmlns:a16="http://schemas.microsoft.com/office/drawing/2014/main" id="{E3539AEA-500F-4276-BD37-E2F746F7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MASLOW AI · {{FOLIO}}</a:t>
            </a:r>
          </a:p>
        </p:txBody>
      </p:sp>
    </p:spTree>
    <p:extLst>
      <p:ext uri="{BB962C8B-B14F-4D97-AF65-F5344CB8AC3E}">
        <p14:creationId xmlns:p14="http://schemas.microsoft.com/office/powerpoint/2010/main" val="2191398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uote-mark">
            <a:extLst xmlns:a="http://schemas.openxmlformats.org/drawingml/2006/main">
              <a:ext uri="{FF2B5EF4-FFF2-40B4-BE49-F238E27FC236}">
                <a16:creationId xmlns:a16="http://schemas.microsoft.com/office/drawing/2014/main" id="{6B509644-330B-4CE9-86BB-696707F5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73C1AE"/>
                </a:solidFill>
                <a:latin typeface="Manrope"/>
              </a:defRPr>
            </a:pPr>
            <a:r>
              <a:rPr sz="6900" b="1">
                <a:solidFill>
                  <a:srgbClr val="73C1AE"/>
                </a:solidFill>
                <a:latin typeface="Manrope"/>
              </a:rPr>
              <a:t>“</a:t>
            </a:r>
          </a:p>
        </p:txBody>
      </p:sp>
      <p:sp>
        <p:nvSpPr>
          <p:cNvPr id="2" name="quote-text">
            <a:extLst xmlns:a="http://schemas.openxmlformats.org/drawingml/2006/main">
              <a:ext uri="{FF2B5EF4-FFF2-40B4-BE49-F238E27FC236}">
                <a16:creationId xmlns:a16="http://schemas.microsoft.com/office/drawing/2014/main" id="{6C81B1F8-7884-4B6F-91A7-2A16C2BB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92332"/>
                </a:solidFill>
                <a:latin typeface="Manrope"/>
              </a:defRPr>
            </a:pPr>
            <a:r>
              <a:rPr sz="2700" b="1">
                <a:solidFill>
                  <a:srgbClr val="192332"/>
                </a:solidFill>
                <a:latin typeface="Manrope"/>
              </a:rPr>
              <a:t>{{VERIFIED_QUOTE}}</a:t>
            </a:r>
          </a:p>
        </p:txBody>
      </p:sp>
      <p:sp>
        <p:nvSpPr>
          <p:cNvPr id="3" name="quote-attribution">
            <a:extLst xmlns:a="http://schemas.openxmlformats.org/drawingml/2006/main">
              <a:ext uri="{FF2B5EF4-FFF2-40B4-BE49-F238E27FC236}">
                <a16:creationId xmlns:a16="http://schemas.microsoft.com/office/drawing/2014/main" id="{82982954-758B-4264-80B6-32F9CC3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nrope"/>
              </a:defRPr>
            </a:pPr>
            <a:r>
              <a:rPr sz="1200">
                <a:solidFill>
                  <a:srgbClr val="666666"/>
                </a:solidFill>
                <a:latin typeface="Manrope"/>
              </a:rPr>
              <a:t>{{ATTRIBUTION}}</a:t>
            </a:r>
          </a:p>
        </p:txBody>
      </p:sp>
      <p:sp>
        <p:nvSpPr>
          <p:cNvPr id="4" name="quote-source">
            <a:extLst xmlns:a="http://schemas.openxmlformats.org/drawingml/2006/main">
              <a:ext uri="{FF2B5EF4-FFF2-40B4-BE49-F238E27FC236}">
                <a16:creationId xmlns:a16="http://schemas.microsoft.com/office/drawing/2014/main" id="{8CEFEAA3-9319-4AAB-AC29-02ACB2E0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4C8F"/>
                </a:solidFill>
                <a:latin typeface="IBM Plex Mono"/>
              </a:defRPr>
            </a:pPr>
            <a:r>
              <a:rPr sz="825">
                <a:solidFill>
                  <a:srgbClr val="654C8F"/>
                </a:solidFill>
                <a:latin typeface="IBM Plex Mono"/>
              </a:rPr>
              <a:t>{{EVIDENCE_STATUS}} · {{SOURCE}}</a:t>
            </a:r>
          </a:p>
        </p:txBody>
      </p:sp>
    </p:spTree>
    <p:extLst>
      <p:ext uri="{BB962C8B-B14F-4D97-AF65-F5344CB8AC3E}">
        <p14:creationId xmlns:p14="http://schemas.microsoft.com/office/powerpoint/2010/main" val="1441691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Maslow AI mark" title="Maslow AI mark in navy" descr="Maslow AI mark in nav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f549c9fb040be"/>
          <a:stretch xmlns:a="http://schemas.openxmlformats.org/drawingml/2006/main"/>
        </p:blipFill>
        <p:spPr>
          <a:xfrm xmlns:a="http://schemas.openxmlformats.org/drawingml/2006/main">
            <a:off x="876300" y="593071"/>
            <a:ext cx="2667000" cy="423582"/>
          </a:xfrm>
          <a:prstGeom xmlns:a="http://schemas.openxmlformats.org/drawingml/2006/main" prst="rect">
            <a:avLst/>
          </a:prstGeom>
        </p:spPr>
      </p:pic>
      <p:sp>
        <p:nvSpPr>
          <p:cNvPr id="2" name="closing-heading">
            <a:extLst xmlns:a="http://schemas.openxmlformats.org/drawingml/2006/main">
              <a:ext uri="{FF2B5EF4-FFF2-40B4-BE49-F238E27FC236}">
                <a16:creationId xmlns:a16="http://schemas.microsoft.com/office/drawing/2014/main" id="{00219257-4FBB-4247-9992-AF651A75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92332"/>
                </a:solidFill>
                <a:latin typeface="Manrope"/>
              </a:defRPr>
            </a:pPr>
            <a:r>
              <a:rPr sz="3900" b="1">
                <a:solidFill>
                  <a:srgbClr val="192332"/>
                </a:solidFill>
                <a:latin typeface="Manrope"/>
              </a:rPr>
              <a:t>{{NEXT_ACTION_HEADLINE}}</a:t>
            </a:r>
          </a:p>
        </p:txBody>
      </p:sp>
      <p:sp>
        <p:nvSpPr>
          <p:cNvPr id="3" name="closing-action">
            <a:extLst xmlns:a="http://schemas.openxmlformats.org/drawingml/2006/main">
              <a:ext uri="{FF2B5EF4-FFF2-40B4-BE49-F238E27FC236}">
                <a16:creationId xmlns:a16="http://schemas.microsoft.com/office/drawing/2014/main" id="{FE8C56E9-936F-4380-944F-DA187AC8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ing-action-label">
            <a:extLst xmlns:a="http://schemas.openxmlformats.org/drawingml/2006/main">
              <a:ext uri="{FF2B5EF4-FFF2-40B4-BE49-F238E27FC236}">
                <a16:creationId xmlns:a16="http://schemas.microsoft.com/office/drawing/2014/main" id="{41CA16BD-C3FF-4727-9E6F-ECA6082E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rPr sz="1200" b="1">
                <a:solidFill>
                  <a:srgbClr val="FFFFFF"/>
                </a:solidFill>
                <a:latin typeface="IBM Plex Mono"/>
              </a:rPr>
              <a:t>{{CTA_LABEL}}</a:t>
            </a:r>
          </a:p>
        </p:txBody>
      </p:sp>
      <p:sp>
        <p:nvSpPr>
          <p:cNvPr id="5" name="closing-action-signal">
            <a:extLst xmlns:a="http://schemas.openxmlformats.org/drawingml/2006/main">
              <a:ext uri="{FF2B5EF4-FFF2-40B4-BE49-F238E27FC236}">
                <a16:creationId xmlns:a16="http://schemas.microsoft.com/office/drawing/2014/main" id="{BA6A24FA-C7D0-40B2-8695-F4652FCE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B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ing-contact">
            <a:extLst xmlns:a="http://schemas.openxmlformats.org/drawingml/2006/main">
              <a:ext uri="{FF2B5EF4-FFF2-40B4-BE49-F238E27FC236}">
                <a16:creationId xmlns:a16="http://schemas.microsoft.com/office/drawing/2014/main" id="{5C7C5C10-BEED-4251-8FA9-2789C10C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IBM Plex Mono"/>
              </a:defRPr>
            </a:pPr>
            <a:r>
              <a:rPr sz="975">
                <a:solidFill>
                  <a:srgbClr val="666666"/>
                </a:solidFill>
                <a:latin typeface="IBM Plex Mono"/>
              </a:rPr>
              <a:t>{{CONTACT}}</a:t>
            </a:r>
          </a:p>
        </p:txBody>
      </p:sp>
      <p:sp>
        <p:nvSpPr>
          <p:cNvPr id="7" name="footer-wordmark-{{FOLIO}}">
            <a:extLst xmlns:a="http://schemas.openxmlformats.org/drawingml/2006/main">
              <a:ext uri="{FF2B5EF4-FFF2-40B4-BE49-F238E27FC236}">
                <a16:creationId xmlns:a16="http://schemas.microsoft.com/office/drawing/2014/main" id="{07C58FCB-D853-43F2-A29F-0A3E6AD8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5A5"/>
                </a:solidFill>
                <a:latin typeface="IBM Plex Mono"/>
              </a:defRPr>
            </a:pPr>
            <a:r>
              <a:rPr sz="900" b="1">
                <a:solidFill>
                  <a:srgbClr val="A5A5A5"/>
                </a:solidFill>
                <a:latin typeface="IBM Plex Mono"/>
              </a:rPr>
              <a:t>MASLOW AI</a:t>
            </a:r>
          </a:p>
        </p:txBody>
      </p:sp>
      <p:sp>
        <p:nvSpPr>
          <p:cNvPr id="8" name="footer-folio-{{FOLIO}}">
            <a:extLst xmlns:a="http://schemas.openxmlformats.org/drawingml/2006/main">
              <a:ext uri="{FF2B5EF4-FFF2-40B4-BE49-F238E27FC236}">
                <a16:creationId xmlns:a16="http://schemas.microsoft.com/office/drawing/2014/main" id="{60A12237-FEF7-422D-8D64-27C9FFA0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5A5A5"/>
                </a:solidFill>
                <a:latin typeface="IBM Plex Mono"/>
              </a:defRPr>
            </a:pPr>
            <a:r>
              <a:rPr sz="825">
                <a:solidFill>
                  <a:srgbClr val="A5A5A5"/>
                </a:solidFill>
                <a:latin typeface="IBM Plex Mono"/>
              </a:rPr>
              <a:t>MASLOW AI · {{FOLIO}}</a:t>
            </a:r>
          </a:p>
        </p:txBody>
      </p:sp>
    </p:spTree>
    <p:extLst>
      <p:ext uri="{BB962C8B-B14F-4D97-AF65-F5344CB8AC3E}">
        <p14:creationId xmlns:p14="http://schemas.microsoft.com/office/powerpoint/2010/main" val="1725745275"/>
      </p:ext>
    </p:extLst>
  </p:cSld>
</p:sld>
</file>

<file path=ppt/theme/theme1.xml><?xml version="1.0" encoding="utf-8"?>
<a:theme xmlns:a="http://schemas.openxmlformats.org/drawingml/2006/main" name="ChatGPT">
  <a:themeElements>
    <a:clrScheme name="Maslow Brand OS 1.1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Manrope"/>
        <a:ea typeface="Calibri Light"/>
        <a:cs typeface="Calibri Light"/>
      </a:majorFont>
      <a:minorFont>
        <a:latin typeface="Manrope"/>
        <a:ea typeface="Calibri"/>
        <a:cs typeface="Calibri"/>
      </a:minorFont>
    </a:fontScheme>
    <a:fmtScheme name="Maslow Brand OS 1.1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2026-08-20T01:39:18.0650000Z</dcterms:created>
  <dcterms:modified xsi:type="dcterms:W3CDTF">2026-08-20T01:39:18.0650000Z</dcterms:modified>
</coreProperties>
</file>