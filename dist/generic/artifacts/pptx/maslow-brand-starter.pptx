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5e5413342f04f1f" /><Relationship Type="http://schemas.openxmlformats.org/officeDocument/2006/relationships/extended-properties" Target="/docProps/app.xml" Id="R3b4ae90f4ef7403b" /><Relationship Type="http://schemas.openxmlformats.org/officeDocument/2006/relationships/officeDocument" Target="/ppt/presentation.xml" Id="Raf780e2be6864b8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aebd267a0c4080"/>
    <p:sldMasterId xmlns:r="http://schemas.openxmlformats.org/officeDocument/2006/relationships" id="2147483650" r:id="R934431c6f8114871"/>
  </p:sldMasterIdLst>
  <p:notesMasterIdLst>
    <p:notesMasterId xmlns:r="http://schemas.openxmlformats.org/officeDocument/2006/relationships" r:id="Rc29934d95e61498a"/>
  </p:notesMasterIdLst>
  <p:sldIdLst>
    <p:sldId xmlns:r="http://schemas.openxmlformats.org/officeDocument/2006/relationships" id="256" r:id="R79bcf72b3c0e4be2"/>
    <p:sldId xmlns:r="http://schemas.openxmlformats.org/officeDocument/2006/relationships" id="257" r:id="Rbee1fa5047a843ba"/>
    <p:sldId xmlns:r="http://schemas.openxmlformats.org/officeDocument/2006/relationships" id="258" r:id="R07a3c794ca834db5"/>
    <p:sldId xmlns:r="http://schemas.openxmlformats.org/officeDocument/2006/relationships" id="259" r:id="R661472748ec849c3"/>
    <p:sldId xmlns:r="http://schemas.openxmlformats.org/officeDocument/2006/relationships" id="260" r:id="R3a7cf282aaee4622"/>
    <p:sldId xmlns:r="http://schemas.openxmlformats.org/officeDocument/2006/relationships" id="261" r:id="R44cf524388d44e6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7fed75bbec04bb5" /><Relationship Type="http://schemas.openxmlformats.org/officeDocument/2006/relationships/slideMaster" Target="/ppt/slideMasters/slideMaster1.xml" Id="R7aaebd267a0c4080" /><Relationship Type="http://schemas.openxmlformats.org/officeDocument/2006/relationships/slideMaster" Target="/ppt/slideMasters/slideMaster2.xml" Id="R934431c6f8114871" /><Relationship Type="http://schemas.openxmlformats.org/officeDocument/2006/relationships/notesMaster" Target="/ppt/notesMasters/notesMaster1.xml" Id="Rc29934d95e61498a" /><Relationship Type="http://schemas.openxmlformats.org/officeDocument/2006/relationships/presProps" Target="/ppt/presProps.xml" Id="Rc364bba36a7a49b4" /><Relationship Type="http://schemas.openxmlformats.org/officeDocument/2006/relationships/tableStyles" Target="/ppt/tableStyles.xml" Id="Rd1bd0decf1f74c62" /><Relationship Type="http://schemas.openxmlformats.org/officeDocument/2006/relationships/slide" Target="/ppt/slides/slide1.xml" Id="R79bcf72b3c0e4be2" /><Relationship Type="http://schemas.openxmlformats.org/officeDocument/2006/relationships/slide" Target="/ppt/slides/slide2.xml" Id="Rbee1fa5047a843ba" /><Relationship Type="http://schemas.openxmlformats.org/officeDocument/2006/relationships/slide" Target="/ppt/slides/slide3.xml" Id="R07a3c794ca834db5" /><Relationship Type="http://schemas.openxmlformats.org/officeDocument/2006/relationships/slide" Target="/ppt/slides/slide4.xml" Id="R661472748ec849c3" /><Relationship Type="http://schemas.openxmlformats.org/officeDocument/2006/relationships/slide" Target="/ppt/slides/slide5.xml" Id="R3a7cf282aaee4622" /><Relationship Type="http://schemas.openxmlformats.org/officeDocument/2006/relationships/slide" Target="/ppt/slides/slide6.xml" Id="R44cf524388d44e6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7406fec4ddc64ee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Maslow Brand OS 1.0.1">
      <a:dk1>
        <a:srgbClr val="333333"/>
      </a:dk1>
      <a:lt1>
        <a:srgbClr val="FFFFFF"/>
      </a:lt1>
      <a:dk2>
        <a:srgbClr val="121D35"/>
      </a:dk2>
      <a:lt2>
        <a:srgbClr val="E1E1E1"/>
      </a:lt2>
      <a:accent1>
        <a:srgbClr val="192332"/>
      </a:accent1>
      <a:accent2>
        <a:srgbClr val="73C1AE"/>
      </a:accent2>
      <a:accent3>
        <a:srgbClr val="654C8F"/>
      </a:accent3>
      <a:accent4>
        <a:srgbClr val="EBA93D"/>
      </a:accent4>
      <a:accent5>
        <a:srgbClr val="EE7BB3"/>
      </a:accent5>
      <a:accent6>
        <a:srgbClr val="FFF860"/>
      </a:accent6>
      <a:hlink>
        <a:srgbClr val="9D4B8E"/>
      </a:hlink>
      <a:folHlink>
        <a:srgbClr val="654C8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Maslow Brand OS 1.0.1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7af5d84f1464072" /><Relationship Type="http://schemas.openxmlformats.org/officeDocument/2006/relationships/notesMaster" Target="/ppt/notesMasters/notesMaster1.xml" Id="Rf2e6a8b7087d444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fa9e56ef6764839" /><Relationship Type="http://schemas.openxmlformats.org/officeDocument/2006/relationships/notesMaster" Target="/ppt/notesMasters/notesMaster1.xml" Id="R8a712149aaa147a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396cd5ef8054523" /><Relationship Type="http://schemas.openxmlformats.org/officeDocument/2006/relationships/notesMaster" Target="/ppt/notesMasters/notesMaster1.xml" Id="Rfde61b80fea3499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c3cc452a3c749ce" /><Relationship Type="http://schemas.openxmlformats.org/officeDocument/2006/relationships/notesMaster" Target="/ppt/notesMasters/notesMaster1.xml" Id="R04a0c84091774dd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4f8f98bffb348b9" /><Relationship Type="http://schemas.openxmlformats.org/officeDocument/2006/relationships/notesMaster" Target="/ppt/notesMasters/notesMaster1.xml" Id="R07254f591cad439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367b6ec91364541" /><Relationship Type="http://schemas.openxmlformats.org/officeDocument/2006/relationships/notesMaster" Target="/ppt/notesMasters/notesMaster1.xml" Id="R2d42816f7e96433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01 Title. Replace all variables. Keep the external position intact unless an approved campaign brief requires a narrower headline.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02 Section. The pink rule is a small signal. Keep all readable text in navy, white, teal, or accessible purple.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03 Content. Each row names the waiting workflow, responsible owner, and deliverable. Keep one communication job on the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04 Evidence. Every claim requires production, modeled, illustrative, or in_preparation plus a source. Put longer provenance here in speaker notes.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05 Quote. Do not release an unsourced quote. If the quote is an illustrative writing pattern, label it illustrative on the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06 Closing. End on one explicit next action. The action is navy on white; pink remains a small signal.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a45e9943274b2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83885bf0ae74ec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6ce56a5ebac438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ea406164a8149e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a556fbd0e56454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c2ac891f0bf4ae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62eb101781749b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01 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1 Title background">
            <a:extLst xmlns:a="http://schemas.openxmlformats.org/drawingml/2006/main">
              <a:ext uri="{FF2B5EF4-FFF2-40B4-BE49-F238E27FC236}">
                <a16:creationId xmlns:a16="http://schemas.microsoft.com/office/drawing/2014/main" id="{8F9AC916-015E-4793-A88E-3755DF481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D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1 Title title 0">
            <a:extLst xmlns:a="http://schemas.openxmlformats.org/drawingml/2006/main">
              <a:ext uri="{FF2B5EF4-FFF2-40B4-BE49-F238E27FC236}">
                <a16:creationId xmlns:a16="http://schemas.microsoft.com/office/drawing/2014/main" id="{EC974B2B-B50E-4135-BD6C-C62BA1BE6D25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76300" y="2571750"/>
            <a:ext cx="9715500" cy="20955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{{TITLE}}</a:t>
            </a:r>
          </a:p>
        </p:txBody>
      </p:sp>
      <p:sp>
        <p:nvSpPr>
          <p:cNvPr id="4" name="01 Title subtitle 0">
            <a:extLst xmlns:a="http://schemas.openxmlformats.org/drawingml/2006/main">
              <a:ext uri="{FF2B5EF4-FFF2-40B4-BE49-F238E27FC236}">
                <a16:creationId xmlns:a16="http://schemas.microsoft.com/office/drawing/2014/main" id="{D4CDE733-99F7-4470-AA8D-6464E96FC40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76300" y="4876800"/>
            <a:ext cx="8572500" cy="6667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{{SUBTITLE}}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>
  <p:cSld name="02 Sec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2 Section background">
            <a:extLst xmlns:a="http://schemas.openxmlformats.org/drawingml/2006/main">
              <a:ext uri="{FF2B5EF4-FFF2-40B4-BE49-F238E27FC236}">
                <a16:creationId xmlns:a16="http://schemas.microsoft.com/office/drawing/2014/main" id="{6924DCB9-0370-4FCF-BFF8-CAF88CA4D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D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2 Section title 0">
            <a:extLst xmlns:a="http://schemas.openxmlformats.org/drawingml/2006/main">
              <a:ext uri="{FF2B5EF4-FFF2-40B4-BE49-F238E27FC236}">
                <a16:creationId xmlns:a16="http://schemas.microsoft.com/office/drawing/2014/main" id="{7E2B36E3-2A41-4380-ADDF-721E6F57F237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76300" y="4095750"/>
            <a:ext cx="9048750" cy="12382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{{TITLE}}</a:t>
            </a:r>
          </a:p>
        </p:txBody>
      </p:sp>
      <p:sp>
        <p:nvSpPr>
          <p:cNvPr id="4" name="02 Section subtitle 0">
            <a:extLst xmlns:a="http://schemas.openxmlformats.org/drawingml/2006/main">
              <a:ext uri="{FF2B5EF4-FFF2-40B4-BE49-F238E27FC236}">
                <a16:creationId xmlns:a16="http://schemas.microsoft.com/office/drawing/2014/main" id="{5322B42C-6040-4ABA-90EF-31F477BB60B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76300" y="3676650"/>
            <a:ext cx="6191250" cy="3238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{{SUBTITLE}}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>
  <p:cSld name="03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3 Content background">
            <a:extLst xmlns:a="http://schemas.openxmlformats.org/drawingml/2006/main">
              <a:ext uri="{FF2B5EF4-FFF2-40B4-BE49-F238E27FC236}">
                <a16:creationId xmlns:a16="http://schemas.microsoft.com/office/drawing/2014/main" id="{7F9F8C07-A0AC-48F8-B61F-97E41627D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3 Content title 0">
            <a:extLst xmlns:a="http://schemas.openxmlformats.org/drawingml/2006/main">
              <a:ext uri="{FF2B5EF4-FFF2-40B4-BE49-F238E27FC236}">
                <a16:creationId xmlns:a16="http://schemas.microsoft.com/office/drawing/2014/main" id="{BCB2EE4C-F1F1-4836-A310-E46D2A30BB1B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76300" y="971550"/>
            <a:ext cx="9810750" cy="7810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{{TITLE}}</a:t>
            </a:r>
          </a:p>
        </p:txBody>
      </p:sp>
      <p:sp>
        <p:nvSpPr>
          <p:cNvPr id="4" name="03 Content body 0">
            <a:extLst xmlns:a="http://schemas.openxmlformats.org/drawingml/2006/main">
              <a:ext uri="{FF2B5EF4-FFF2-40B4-BE49-F238E27FC236}">
                <a16:creationId xmlns:a16="http://schemas.microsoft.com/office/drawing/2014/main" id="{11C80E7E-7FD8-4DBD-88D7-C43B60764A9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76300" y="2000250"/>
            <a:ext cx="9810750" cy="34290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{{BODY}}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>
  <p:cSld name="04 Evidenc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4 Evidence background">
            <a:extLst xmlns:a="http://schemas.openxmlformats.org/drawingml/2006/main">
              <a:ext uri="{FF2B5EF4-FFF2-40B4-BE49-F238E27FC236}">
                <a16:creationId xmlns:a16="http://schemas.microsoft.com/office/drawing/2014/main" id="{A5DCF67C-F758-43B0-801D-24F57BC8B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D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4 Evidence title 0">
            <a:extLst xmlns:a="http://schemas.openxmlformats.org/drawingml/2006/main">
              <a:ext uri="{FF2B5EF4-FFF2-40B4-BE49-F238E27FC236}">
                <a16:creationId xmlns:a16="http://schemas.microsoft.com/office/drawing/2014/main" id="{E1280BB3-D9E8-4BA6-9B36-63BAAF448504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76300" y="971550"/>
            <a:ext cx="9810750" cy="7810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{{TITLE}}</a:t>
            </a:r>
          </a:p>
        </p:txBody>
      </p:sp>
      <p:sp>
        <p:nvSpPr>
          <p:cNvPr id="4" name="04 Evidence body 0">
            <a:extLst xmlns:a="http://schemas.openxmlformats.org/drawingml/2006/main">
              <a:ext uri="{FF2B5EF4-FFF2-40B4-BE49-F238E27FC236}">
                <a16:creationId xmlns:a16="http://schemas.microsoft.com/office/drawing/2014/main" id="{3E159866-27F1-4CCD-B0A1-0AC1A5DD49B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76300" y="2190750"/>
            <a:ext cx="9810750" cy="31432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{{BODY}}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>
  <p:cSld name="05 Quot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5 Quote background">
            <a:extLst xmlns:a="http://schemas.openxmlformats.org/drawingml/2006/main">
              <a:ext uri="{FF2B5EF4-FFF2-40B4-BE49-F238E27FC236}">
                <a16:creationId xmlns:a16="http://schemas.microsoft.com/office/drawing/2014/main" id="{2A0E099F-CD73-40FC-8121-B2F928723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5 Quote title 0">
            <a:extLst xmlns:a="http://schemas.openxmlformats.org/drawingml/2006/main">
              <a:ext uri="{FF2B5EF4-FFF2-40B4-BE49-F238E27FC236}">
                <a16:creationId xmlns:a16="http://schemas.microsoft.com/office/drawing/2014/main" id="{D2308308-4797-4869-BD71-B1F06B4CE1E3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1238250" y="2190750"/>
            <a:ext cx="9525000" cy="21907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{{TITLE}}</a:t>
            </a:r>
          </a:p>
        </p:txBody>
      </p:sp>
      <p:sp>
        <p:nvSpPr>
          <p:cNvPr id="4" name="05 Quote subtitle 0">
            <a:extLst xmlns:a="http://schemas.openxmlformats.org/drawingml/2006/main">
              <a:ext uri="{FF2B5EF4-FFF2-40B4-BE49-F238E27FC236}">
                <a16:creationId xmlns:a16="http://schemas.microsoft.com/office/drawing/2014/main" id="{2180C620-042F-493A-B927-433946988AE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38250" y="4667250"/>
            <a:ext cx="8572500" cy="6667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{{SUBTITLE}}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>
  <p:cSld name="06 Closing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6 Closing background">
            <a:extLst xmlns:a="http://schemas.openxmlformats.org/drawingml/2006/main">
              <a:ext uri="{FF2B5EF4-FFF2-40B4-BE49-F238E27FC236}">
                <a16:creationId xmlns:a16="http://schemas.microsoft.com/office/drawing/2014/main" id="{EDEB5197-CFC6-48D0-9EDF-CAA675E5E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6 Closing title 0">
            <a:extLst xmlns:a="http://schemas.openxmlformats.org/drawingml/2006/main">
              <a:ext uri="{FF2B5EF4-FFF2-40B4-BE49-F238E27FC236}">
                <a16:creationId xmlns:a16="http://schemas.microsoft.com/office/drawing/2014/main" id="{93F9CA7A-0D34-4FDE-8FA0-683AF6C0EC9B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76300" y="2095500"/>
            <a:ext cx="9715500" cy="16192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{{TITLE}}</a:t>
            </a:r>
          </a:p>
        </p:txBody>
      </p:sp>
      <p:sp>
        <p:nvSpPr>
          <p:cNvPr id="4" name="06 Closing subtitle 0">
            <a:extLst xmlns:a="http://schemas.openxmlformats.org/drawingml/2006/main">
              <a:ext uri="{FF2B5EF4-FFF2-40B4-BE49-F238E27FC236}">
                <a16:creationId xmlns:a16="http://schemas.microsoft.com/office/drawing/2014/main" id="{09854151-F7B3-4A55-8A97-EF68ED76F97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76300" y="4095750"/>
            <a:ext cx="6667500" cy="7048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{{SUBTITLE}}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952a6a6842e4797" /><Relationship Type="http://schemas.openxmlformats.org/officeDocument/2006/relationships/slideLayout" Target="/ppt/slideLayouts/slideLayout1.xml" Id="R7d97c24a072148eb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2ecd967967704415" /><Relationship Type="http://schemas.openxmlformats.org/officeDocument/2006/relationships/slideLayout" Target="/ppt/slideLayouts/slideLayout2.xml" Id="Rd973bb9d8f194198" /><Relationship Type="http://schemas.openxmlformats.org/officeDocument/2006/relationships/slideLayout" Target="/ppt/slideLayouts/slideLayout3.xml" Id="R9a230717049340b3" /><Relationship Type="http://schemas.openxmlformats.org/officeDocument/2006/relationships/slideLayout" Target="/ppt/slideLayouts/slideLayout4.xml" Id="Ra91c406822394880" /><Relationship Type="http://schemas.openxmlformats.org/officeDocument/2006/relationships/slideLayout" Target="/ppt/slideLayouts/slideLayout5.xml" Id="R529407ce303f4369" /><Relationship Type="http://schemas.openxmlformats.org/officeDocument/2006/relationships/slideLayout" Target="/ppt/slideLayouts/slideLayout6.xml" Id="R7fd47b89f2d54f45" /><Relationship Type="http://schemas.openxmlformats.org/officeDocument/2006/relationships/slideLayout" Target="/ppt/slideLayouts/slideLayout7.xml" Id="R1a532921922542b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d97c24a072148e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Maslow Brand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d973bb9d8f194198"/>
    <p:sldLayoutId xmlns:r="http://schemas.openxmlformats.org/officeDocument/2006/relationships" id="2147483652" r:id="R9a230717049340b3"/>
    <p:sldLayoutId xmlns:r="http://schemas.openxmlformats.org/officeDocument/2006/relationships" id="2147483653" r:id="Ra91c406822394880"/>
    <p:sldLayoutId xmlns:r="http://schemas.openxmlformats.org/officeDocument/2006/relationships" id="2147483654" r:id="R529407ce303f4369"/>
    <p:sldLayoutId xmlns:r="http://schemas.openxmlformats.org/officeDocument/2006/relationships" id="2147483655" r:id="R7fd47b89f2d54f45"/>
    <p:sldLayoutId xmlns:r="http://schemas.openxmlformats.org/officeDocument/2006/relationships" id="2147483656" r:id="R1a532921922542b9"/>
  </p:sldLayoutIdLst>
</p:sldMaster>
</file>

<file path=ppt/slideMasters/theme/theme2.xml><?xml version="1.0" encoding="utf-8"?>
<a:theme xmlns:a="http://schemas.openxmlformats.org/drawingml/2006/main" name="ChatGPT">
  <a:themeElements>
    <a:clrScheme name="Maslow Brand OS 1.0.1">
      <a:dk1>
        <a:srgbClr val="333333"/>
      </a:dk1>
      <a:lt1>
        <a:srgbClr val="FFFFFF"/>
      </a:lt1>
      <a:dk2>
        <a:srgbClr val="121D35"/>
      </a:dk2>
      <a:lt2>
        <a:srgbClr val="E1E1E1"/>
      </a:lt2>
      <a:accent1>
        <a:srgbClr val="192332"/>
      </a:accent1>
      <a:accent2>
        <a:srgbClr val="73C1AE"/>
      </a:accent2>
      <a:accent3>
        <a:srgbClr val="654C8F"/>
      </a:accent3>
      <a:accent4>
        <a:srgbClr val="EBA93D"/>
      </a:accent4>
      <a:accent5>
        <a:srgbClr val="EE7BB3"/>
      </a:accent5>
      <a:accent6>
        <a:srgbClr val="FFF860"/>
      </a:accent6>
      <a:hlink>
        <a:srgbClr val="9D4B8E"/>
      </a:hlink>
      <a:folHlink>
        <a:srgbClr val="654C8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Maslow Brand OS 1.0.1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Maslow Brand OS 1.0.1">
      <a:dk1>
        <a:srgbClr val="333333"/>
      </a:dk1>
      <a:lt1>
        <a:srgbClr val="FFFFFF"/>
      </a:lt1>
      <a:dk2>
        <a:srgbClr val="121D35"/>
      </a:dk2>
      <a:lt2>
        <a:srgbClr val="E1E1E1"/>
      </a:lt2>
      <a:accent1>
        <a:srgbClr val="192332"/>
      </a:accent1>
      <a:accent2>
        <a:srgbClr val="73C1AE"/>
      </a:accent2>
      <a:accent3>
        <a:srgbClr val="654C8F"/>
      </a:accent3>
      <a:accent4>
        <a:srgbClr val="EBA93D"/>
      </a:accent4>
      <a:accent5>
        <a:srgbClr val="EE7BB3"/>
      </a:accent5>
      <a:accent6>
        <a:srgbClr val="FFF860"/>
      </a:accent6>
      <a:hlink>
        <a:srgbClr val="9D4B8E"/>
      </a:hlink>
      <a:folHlink>
        <a:srgbClr val="654C8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Maslow Brand OS 1.0.1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c6e27fdedb432d" /><Relationship Type="http://schemas.openxmlformats.org/officeDocument/2006/relationships/image" Target="/ppt/media/image.png" Id="R2cdcb1c35cff427b" /><Relationship Type="http://schemas.openxmlformats.org/officeDocument/2006/relationships/notesSlide" Target="/ppt/notesSlides/notesSlide1.xml" Id="R0181e7921d004de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011a4aeaf1b49e4" /><Relationship Type="http://schemas.openxmlformats.org/officeDocument/2006/relationships/notesSlide" Target="/ppt/notesSlides/notesSlide2.xml" Id="Rae92da2c485141e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4806fa02a588400c" /><Relationship Type="http://schemas.openxmlformats.org/officeDocument/2006/relationships/notesSlide" Target="/ppt/notesSlides/notesSlide3.xml" Id="Rb6226ce3d0db4a1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b10053b7611648ca" /><Relationship Type="http://schemas.openxmlformats.org/officeDocument/2006/relationships/notesSlide" Target="/ppt/notesSlides/notesSlide4.xml" Id="Rfafe7f0dd7e24bb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77e98312d74280" /><Relationship Type="http://schemas.openxmlformats.org/officeDocument/2006/relationships/notesSlide" Target="/ppt/notesSlides/notesSlide5.xml" Id="R11ee9a2389b14d7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745d14a524242a3" /><Relationship Type="http://schemas.openxmlformats.org/officeDocument/2006/relationships/image" Target="/ppt/media/image2.png" Id="R3843ee19ea54437a" /><Relationship Type="http://schemas.openxmlformats.org/officeDocument/2006/relationships/notesSlide" Target="/ppt/notesSlides/notesSlide6.xml" Id="Rbb4709283483415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1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Maslow AI mark" title="Maslow AI mark in white" descr="Maslow AI mark in whit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dcb1c35cff427b"/>
          <a:stretch xmlns:a="http://schemas.openxmlformats.org/drawingml/2006/main"/>
        </p:blipFill>
        <p:spPr>
          <a:xfrm xmlns:a="http://schemas.openxmlformats.org/drawingml/2006/main">
            <a:off x="876300" y="593071"/>
            <a:ext cx="2667000" cy="423582"/>
          </a:xfrm>
          <a:prstGeom xmlns:a="http://schemas.openxmlformats.org/drawingml/2006/main" prst="rect">
            <a:avLst/>
          </a:prstGeom>
        </p:spPr>
      </p:pic>
      <p:sp>
        <p:nvSpPr>
          <p:cNvPr id="2" name="title-eyebrow">
            <a:extLst xmlns:a="http://schemas.openxmlformats.org/drawingml/2006/main">
              <a:ext uri="{FF2B5EF4-FFF2-40B4-BE49-F238E27FC236}">
                <a16:creationId xmlns:a16="http://schemas.microsoft.com/office/drawing/2014/main" id="{99F71A74-E167-476C-8010-7B5AF9B63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73C1AE"/>
                </a:solidFill>
                <a:latin typeface="IBM Plex Mono"/>
              </a:defRPr>
            </a:pPr>
            <a:r>
              <a:rPr sz="1125" b="1">
                <a:solidFill>
                  <a:srgbClr val="73C1AE"/>
                </a:solidFill>
                <a:latin typeface="IBM Plex Mono"/>
              </a:rPr>
              <a:t>{{DATE}} · {{AUDIENCE}}</a:t>
            </a:r>
          </a:p>
        </p:txBody>
      </p:sp>
      <p:sp>
        <p:nvSpPr>
          <p:cNvPr id="3" name="title-heading">
            <a:extLst xmlns:a="http://schemas.openxmlformats.org/drawingml/2006/main">
              <a:ext uri="{FF2B5EF4-FFF2-40B4-BE49-F238E27FC236}">
                <a16:creationId xmlns:a16="http://schemas.microsoft.com/office/drawing/2014/main" id="{31646233-859A-4244-A136-7900F1112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9906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FFFFF"/>
                </a:solidFill>
                <a:latin typeface="Manrope"/>
              </a:defRPr>
            </a:pPr>
            <a:r>
              <a:rPr sz="4350" b="1">
                <a:solidFill>
                  <a:srgbClr val="FFFFFF"/>
                </a:solidFill>
                <a:latin typeface="Manrope"/>
              </a:rPr>
              <a:t>AI employees for the work that waits</a:t>
            </a:r>
          </a:p>
        </p:txBody>
      </p:sp>
      <p:sp>
        <p:nvSpPr>
          <p:cNvPr id="4" name="title-subtitle">
            <a:extLst xmlns:a="http://schemas.openxmlformats.org/drawingml/2006/main">
              <a:ext uri="{FF2B5EF4-FFF2-40B4-BE49-F238E27FC236}">
                <a16:creationId xmlns:a16="http://schemas.microsoft.com/office/drawing/2014/main" id="{0011639B-DE51-4123-834C-DBCE9B4B9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53000"/>
            <a:ext cx="800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B8C4D9"/>
                </a:solidFill>
                <a:latin typeface="Manrope"/>
              </a:defRPr>
            </a:pPr>
            <a:r>
              <a:rPr sz="1500">
                <a:solidFill>
                  <a:srgbClr val="B8C4D9"/>
                </a:solidFill>
                <a:latin typeface="Manrope"/>
              </a:rPr>
              <a:t>{{PRESENTER}} · {{ENGAGEMENT}}</a:t>
            </a:r>
          </a:p>
        </p:txBody>
      </p:sp>
    </p:spTree>
    <p:extLst>
      <p:ext uri="{BB962C8B-B14F-4D97-AF65-F5344CB8AC3E}">
        <p14:creationId xmlns:p14="http://schemas.microsoft.com/office/powerpoint/2010/main" val="188292518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21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ection-step-marker">
            <a:extLst xmlns:a="http://schemas.openxmlformats.org/drawingml/2006/main">
              <a:ext uri="{FF2B5EF4-FFF2-40B4-BE49-F238E27FC236}">
                <a16:creationId xmlns:a16="http://schemas.microsoft.com/office/drawing/2014/main" id="{AD55BBA8-7F93-4129-83EC-48C12ACD8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71500"/>
            <a:ext cx="23812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900" b="1">
                <a:solidFill>
                  <a:srgbClr val="73C1AE"/>
                </a:solidFill>
                <a:latin typeface="Manrope"/>
              </a:defRPr>
            </a:pPr>
            <a:r>
              <a:rPr sz="9900" b="1">
                <a:solidFill>
                  <a:srgbClr val="73C1AE"/>
                </a:solidFill>
                <a:latin typeface="Manrope"/>
              </a:rPr>
              <a:t>02</a:t>
            </a:r>
          </a:p>
        </p:txBody>
      </p:sp>
      <p:sp>
        <p:nvSpPr>
          <p:cNvPr id="2" name="section-eyebrow">
            <a:extLst xmlns:a="http://schemas.openxmlformats.org/drawingml/2006/main">
              <a:ext uri="{FF2B5EF4-FFF2-40B4-BE49-F238E27FC236}">
                <a16:creationId xmlns:a16="http://schemas.microsoft.com/office/drawing/2014/main" id="{F208CF53-CF68-472B-9C57-9FB4325AF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73C1AE"/>
                </a:solidFill>
                <a:latin typeface="IBM Plex Mono"/>
              </a:defRPr>
            </a:pPr>
            <a:r>
              <a:rPr sz="1125" b="1">
                <a:solidFill>
                  <a:srgbClr val="73C1AE"/>
                </a:solidFill>
                <a:latin typeface="IBM Plex Mono"/>
              </a:rPr>
              <a:t>{{SECTION_LABEL}}</a:t>
            </a:r>
          </a:p>
        </p:txBody>
      </p:sp>
      <p:sp>
        <p:nvSpPr>
          <p:cNvPr id="3" name="section-heading">
            <a:extLst xmlns:a="http://schemas.openxmlformats.org/drawingml/2006/main">
              <a:ext uri="{FF2B5EF4-FFF2-40B4-BE49-F238E27FC236}">
                <a16:creationId xmlns:a16="http://schemas.microsoft.com/office/drawing/2014/main" id="{93392C02-5A2F-4C63-9104-67CDBAA20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71950"/>
            <a:ext cx="9144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FFFFFF"/>
                </a:solidFill>
                <a:latin typeface="Manrope"/>
              </a:defRPr>
            </a:pPr>
            <a:r>
              <a:rPr sz="3900" b="1">
                <a:solidFill>
                  <a:srgbClr val="FFFFFF"/>
                </a:solidFill>
                <a:latin typeface="Manrope"/>
              </a:rPr>
              <a:t>{{SECTION_TITLE}}</a:t>
            </a:r>
          </a:p>
        </p:txBody>
      </p:sp>
      <p:sp>
        <p:nvSpPr>
          <p:cNvPr id="4" name="section-signal">
            <a:extLst xmlns:a="http://schemas.openxmlformats.org/drawingml/2006/main">
              <a:ext uri="{FF2B5EF4-FFF2-40B4-BE49-F238E27FC236}">
                <a16:creationId xmlns:a16="http://schemas.microsoft.com/office/drawing/2014/main" id="{3F7D6E7E-A14E-4327-87A9-0B05C30ED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626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7BB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1414967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content-eyebrow">
            <a:extLst xmlns:a="http://schemas.openxmlformats.org/drawingml/2006/main">
              <a:ext uri="{FF2B5EF4-FFF2-40B4-BE49-F238E27FC236}">
                <a16:creationId xmlns:a16="http://schemas.microsoft.com/office/drawing/2014/main" id="{0D5223B6-DD73-4017-BE21-A5B24B1CB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05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54C8F"/>
                </a:solidFill>
                <a:latin typeface="IBM Plex Mono"/>
              </a:defRPr>
            </a:pPr>
            <a:r>
              <a:rPr sz="975" b="1">
                <a:solidFill>
                  <a:srgbClr val="654C8F"/>
                </a:solidFill>
                <a:latin typeface="IBM Plex Mono"/>
              </a:rPr>
              <a:t>{{SECTION_NUMBER}} · {{SECTION_LABEL}}</a:t>
            </a:r>
          </a:p>
        </p:txBody>
      </p:sp>
      <p:sp>
        <p:nvSpPr>
          <p:cNvPr id="2" name="content-heading">
            <a:extLst xmlns:a="http://schemas.openxmlformats.org/drawingml/2006/main">
              <a:ext uri="{FF2B5EF4-FFF2-40B4-BE49-F238E27FC236}">
                <a16:creationId xmlns:a16="http://schemas.microsoft.com/office/drawing/2014/main" id="{737FFC62-C064-4EE7-96FD-5F1CA68E6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90600"/>
            <a:ext cx="9810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92332"/>
                </a:solidFill>
                <a:latin typeface="Manrope"/>
              </a:defRPr>
            </a:pPr>
            <a:r>
              <a:rPr sz="3000" b="1">
                <a:solidFill>
                  <a:srgbClr val="192332"/>
                </a:solidFill>
                <a:latin typeface="Manrope"/>
              </a:rPr>
              <a:t>{{SLIDE_TITLE}}</a:t>
            </a:r>
          </a:p>
        </p:txBody>
      </p:sp>
      <p:sp>
        <p:nvSpPr>
          <p:cNvPr id="3" name="content-top-rule">
            <a:extLst xmlns:a="http://schemas.openxmlformats.org/drawingml/2006/main">
              <a:ext uri="{FF2B5EF4-FFF2-40B4-BE49-F238E27FC236}">
                <a16:creationId xmlns:a16="http://schemas.microsoft.com/office/drawing/2014/main" id="{6B62B0EE-8E14-41CB-B6FC-C511C185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10439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23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ontent-row-01-number">
            <a:extLst xmlns:a="http://schemas.openxmlformats.org/drawingml/2006/main">
              <a:ext uri="{FF2B5EF4-FFF2-40B4-BE49-F238E27FC236}">
                <a16:creationId xmlns:a16="http://schemas.microsoft.com/office/drawing/2014/main" id="{B88888EA-4018-4A7C-B9F7-5632012EB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98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3C1AE"/>
                </a:solidFill>
                <a:latin typeface="Manrope"/>
              </a:defRPr>
            </a:pPr>
            <a:r>
              <a:rPr sz="1350" b="1">
                <a:solidFill>
                  <a:srgbClr val="73C1AE"/>
                </a:solidFill>
                <a:latin typeface="Manrope"/>
              </a:rPr>
              <a:t>01</a:t>
            </a:r>
          </a:p>
        </p:txBody>
      </p:sp>
      <p:sp>
        <p:nvSpPr>
          <p:cNvPr id="5" name="content-row-01-heading">
            <a:extLst xmlns:a="http://schemas.openxmlformats.org/drawingml/2006/main">
              <a:ext uri="{FF2B5EF4-FFF2-40B4-BE49-F238E27FC236}">
                <a16:creationId xmlns:a16="http://schemas.microsoft.com/office/drawing/2014/main" id="{4E7D8B45-2D29-461A-A896-FB2200B0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209800"/>
            <a:ext cx="3524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92332"/>
                </a:solidFill>
                <a:latin typeface="Manrope"/>
              </a:defRPr>
            </a:pPr>
            <a:r>
              <a:rPr sz="1650" b="1">
                <a:solidFill>
                  <a:srgbClr val="192332"/>
                </a:solidFill>
                <a:latin typeface="Manrope"/>
              </a:rPr>
              <a:t>{{WORKFLOW_ONE}}</a:t>
            </a:r>
          </a:p>
        </p:txBody>
      </p:sp>
      <p:sp>
        <p:nvSpPr>
          <p:cNvPr id="6" name="content-row-01-body">
            <a:extLst xmlns:a="http://schemas.openxmlformats.org/drawingml/2006/main">
              <a:ext uri="{FF2B5EF4-FFF2-40B4-BE49-F238E27FC236}">
                <a16:creationId xmlns:a16="http://schemas.microsoft.com/office/drawing/2014/main" id="{4B8DE1C7-53A3-4A83-9618-1FB00874B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209800"/>
            <a:ext cx="5791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Manrope"/>
              </a:defRPr>
            </a:pPr>
            <a:r>
              <a:rPr sz="1350">
                <a:solidFill>
                  <a:srgbClr val="666666"/>
                </a:solidFill>
                <a:latin typeface="Manrope"/>
              </a:rPr>
              <a:t>{{OWNER_ONE}} owns {{DELIVERABLE_ONE}}.</a:t>
            </a:r>
          </a:p>
        </p:txBody>
      </p:sp>
      <p:sp>
        <p:nvSpPr>
          <p:cNvPr id="7" name="content-row-01-rule">
            <a:extLst xmlns:a="http://schemas.openxmlformats.org/drawingml/2006/main">
              <a:ext uri="{FF2B5EF4-FFF2-40B4-BE49-F238E27FC236}">
                <a16:creationId xmlns:a16="http://schemas.microsoft.com/office/drawing/2014/main" id="{6D973334-A8AF-43DB-B84C-33A9D76D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1043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1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content-row-02-number">
            <a:extLst xmlns:a="http://schemas.openxmlformats.org/drawingml/2006/main">
              <a:ext uri="{FF2B5EF4-FFF2-40B4-BE49-F238E27FC236}">
                <a16:creationId xmlns:a16="http://schemas.microsoft.com/office/drawing/2014/main" id="{32A5436B-B71E-49C3-B497-F40052B30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3C1AE"/>
                </a:solidFill>
                <a:latin typeface="Manrope"/>
              </a:defRPr>
            </a:pPr>
            <a:r>
              <a:rPr sz="1350" b="1">
                <a:solidFill>
                  <a:srgbClr val="73C1AE"/>
                </a:solidFill>
                <a:latin typeface="Manrope"/>
              </a:rPr>
              <a:t>02</a:t>
            </a:r>
          </a:p>
        </p:txBody>
      </p:sp>
      <p:sp>
        <p:nvSpPr>
          <p:cNvPr id="9" name="content-row-02-heading">
            <a:extLst xmlns:a="http://schemas.openxmlformats.org/drawingml/2006/main">
              <a:ext uri="{FF2B5EF4-FFF2-40B4-BE49-F238E27FC236}">
                <a16:creationId xmlns:a16="http://schemas.microsoft.com/office/drawing/2014/main" id="{38E6AB44-EB4B-400A-8CAC-9C1AD060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429000"/>
            <a:ext cx="3524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92332"/>
                </a:solidFill>
                <a:latin typeface="Manrope"/>
              </a:defRPr>
            </a:pPr>
            <a:r>
              <a:rPr sz="1650" b="1">
                <a:solidFill>
                  <a:srgbClr val="192332"/>
                </a:solidFill>
                <a:latin typeface="Manrope"/>
              </a:rPr>
              <a:t>{{WORKFLOW_TWO}}</a:t>
            </a:r>
          </a:p>
        </p:txBody>
      </p:sp>
      <p:sp>
        <p:nvSpPr>
          <p:cNvPr id="10" name="content-row-02-body">
            <a:extLst xmlns:a="http://schemas.openxmlformats.org/drawingml/2006/main">
              <a:ext uri="{FF2B5EF4-FFF2-40B4-BE49-F238E27FC236}">
                <a16:creationId xmlns:a16="http://schemas.microsoft.com/office/drawing/2014/main" id="{A6D7AD51-EDF7-4444-92F5-E8AC010AE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429000"/>
            <a:ext cx="5791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Manrope"/>
              </a:defRPr>
            </a:pPr>
            <a:r>
              <a:rPr sz="1350">
                <a:solidFill>
                  <a:srgbClr val="666666"/>
                </a:solidFill>
                <a:latin typeface="Manrope"/>
              </a:rPr>
              <a:t>{{OWNER_TWO}} owns {{DELIVERABLE_TWO}}.</a:t>
            </a:r>
          </a:p>
        </p:txBody>
      </p:sp>
      <p:sp>
        <p:nvSpPr>
          <p:cNvPr id="11" name="content-row-02-rule">
            <a:extLst xmlns:a="http://schemas.openxmlformats.org/drawingml/2006/main">
              <a:ext uri="{FF2B5EF4-FFF2-40B4-BE49-F238E27FC236}">
                <a16:creationId xmlns:a16="http://schemas.microsoft.com/office/drawing/2014/main" id="{81799BFF-2538-4C75-A341-E2F80E1ED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24350"/>
            <a:ext cx="1043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1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content-row-03-number">
            <a:extLst xmlns:a="http://schemas.openxmlformats.org/drawingml/2006/main">
              <a:ext uri="{FF2B5EF4-FFF2-40B4-BE49-F238E27FC236}">
                <a16:creationId xmlns:a16="http://schemas.microsoft.com/office/drawing/2014/main" id="{F73F4FC3-CB9F-414E-9C46-285479ADC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482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3C1AE"/>
                </a:solidFill>
                <a:latin typeface="Manrope"/>
              </a:defRPr>
            </a:pPr>
            <a:r>
              <a:rPr sz="1350" b="1">
                <a:solidFill>
                  <a:srgbClr val="73C1AE"/>
                </a:solidFill>
                <a:latin typeface="Manrope"/>
              </a:rPr>
              <a:t>03</a:t>
            </a:r>
          </a:p>
        </p:txBody>
      </p:sp>
      <p:sp>
        <p:nvSpPr>
          <p:cNvPr id="13" name="content-row-03-heading">
            <a:extLst xmlns:a="http://schemas.openxmlformats.org/drawingml/2006/main">
              <a:ext uri="{FF2B5EF4-FFF2-40B4-BE49-F238E27FC236}">
                <a16:creationId xmlns:a16="http://schemas.microsoft.com/office/drawing/2014/main" id="{716EFD29-F2AC-4CAB-8324-1150B5920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648200"/>
            <a:ext cx="3524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92332"/>
                </a:solidFill>
                <a:latin typeface="Manrope"/>
              </a:defRPr>
            </a:pPr>
            <a:r>
              <a:rPr sz="1650" b="1">
                <a:solidFill>
                  <a:srgbClr val="192332"/>
                </a:solidFill>
                <a:latin typeface="Manrope"/>
              </a:rPr>
              <a:t>{{WORKFLOW_THREE}}</a:t>
            </a:r>
          </a:p>
        </p:txBody>
      </p:sp>
      <p:sp>
        <p:nvSpPr>
          <p:cNvPr id="14" name="content-row-03-body">
            <a:extLst xmlns:a="http://schemas.openxmlformats.org/drawingml/2006/main">
              <a:ext uri="{FF2B5EF4-FFF2-40B4-BE49-F238E27FC236}">
                <a16:creationId xmlns:a16="http://schemas.microsoft.com/office/drawing/2014/main" id="{B9B7D0A3-F198-46DA-BDE6-B1A182DD5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648200"/>
            <a:ext cx="5791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Manrope"/>
              </a:defRPr>
            </a:pPr>
            <a:r>
              <a:rPr sz="1350">
                <a:solidFill>
                  <a:srgbClr val="666666"/>
                </a:solidFill>
                <a:latin typeface="Manrope"/>
              </a:rPr>
              <a:t>{{OWNER_THREE}} owns {{DELIVERABLE_THREE}}.</a:t>
            </a:r>
          </a:p>
        </p:txBody>
      </p:sp>
      <p:sp>
        <p:nvSpPr>
          <p:cNvPr id="15" name="content-row-03-rule">
            <a:extLst xmlns:a="http://schemas.openxmlformats.org/drawingml/2006/main">
              <a:ext uri="{FF2B5EF4-FFF2-40B4-BE49-F238E27FC236}">
                <a16:creationId xmlns:a16="http://schemas.microsoft.com/office/drawing/2014/main" id="{D3E1FAB9-8632-4FDC-BCE4-E42B1E9C4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43550"/>
            <a:ext cx="1043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1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footer-wordmark-{{FOLIO}}">
            <a:extLst xmlns:a="http://schemas.openxmlformats.org/drawingml/2006/main">
              <a:ext uri="{FF2B5EF4-FFF2-40B4-BE49-F238E27FC236}">
                <a16:creationId xmlns:a16="http://schemas.microsoft.com/office/drawing/2014/main" id="{11AAF3E2-F08F-430E-A39E-D2BFF64B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A5A5A5"/>
                </a:solidFill>
                <a:latin typeface="IBM Plex Mono"/>
              </a:defRPr>
            </a:pPr>
            <a:r>
              <a:rPr sz="900" b="1">
                <a:solidFill>
                  <a:srgbClr val="A5A5A5"/>
                </a:solidFill>
                <a:latin typeface="IBM Plex Mono"/>
              </a:rPr>
              <a:t>MASLOW AI</a:t>
            </a:r>
          </a:p>
        </p:txBody>
      </p:sp>
      <p:sp>
        <p:nvSpPr>
          <p:cNvPr id="17" name="footer-folio-{{FOLIO}}">
            <a:extLst xmlns:a="http://schemas.openxmlformats.org/drawingml/2006/main">
              <a:ext uri="{FF2B5EF4-FFF2-40B4-BE49-F238E27FC236}">
                <a16:creationId xmlns:a16="http://schemas.microsoft.com/office/drawing/2014/main" id="{5641F44D-921B-48FE-85DE-3E4913C4B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A5A5A5"/>
                </a:solidFill>
                <a:latin typeface="IBM Plex Mono"/>
              </a:defRPr>
            </a:pPr>
            <a:r>
              <a:rPr sz="825">
                <a:solidFill>
                  <a:srgbClr val="A5A5A5"/>
                </a:solidFill>
                <a:latin typeface="IBM Plex Mono"/>
              </a:rPr>
              <a:t>MASLOW AI · {{FOLIO}}</a:t>
            </a:r>
          </a:p>
        </p:txBody>
      </p:sp>
    </p:spTree>
    <p:extLst>
      <p:ext uri="{BB962C8B-B14F-4D97-AF65-F5344CB8AC3E}">
        <p14:creationId xmlns:p14="http://schemas.microsoft.com/office/powerpoint/2010/main" val="8318879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21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evidence-eyebrow">
            <a:extLst xmlns:a="http://schemas.openxmlformats.org/drawingml/2006/main">
              <a:ext uri="{FF2B5EF4-FFF2-40B4-BE49-F238E27FC236}">
                <a16:creationId xmlns:a16="http://schemas.microsoft.com/office/drawing/2014/main" id="{352D84A6-9542-45F0-8336-F8A39D125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96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73C1AE"/>
                </a:solidFill>
                <a:latin typeface="IBM Plex Mono"/>
              </a:defRPr>
            </a:pPr>
            <a:r>
              <a:rPr sz="975" b="1">
                <a:solidFill>
                  <a:srgbClr val="73C1AE"/>
                </a:solidFill>
                <a:latin typeface="IBM Plex Mono"/>
              </a:rPr>
              <a:t>{{SECTION_NUMBER}} · EVIDENCE</a:t>
            </a:r>
          </a:p>
        </p:txBody>
      </p:sp>
      <p:sp>
        <p:nvSpPr>
          <p:cNvPr id="2" name="evidence-heading">
            <a:extLst xmlns:a="http://schemas.openxmlformats.org/drawingml/2006/main">
              <a:ext uri="{FF2B5EF4-FFF2-40B4-BE49-F238E27FC236}">
                <a16:creationId xmlns:a16="http://schemas.microsoft.com/office/drawing/2014/main" id="{F123CA54-F15E-494D-BFBE-A516C7D2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028700"/>
            <a:ext cx="9810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FFFFF"/>
                </a:solidFill>
                <a:latin typeface="Manrope"/>
              </a:defRPr>
            </a:pPr>
            <a:r>
              <a:rPr sz="3000" b="1">
                <a:solidFill>
                  <a:srgbClr val="FFFFFF"/>
                </a:solidFill>
                <a:latin typeface="Manrope"/>
              </a:rPr>
              <a:t>{{SLIDE_TITLE}}</a:t>
            </a:r>
          </a:p>
        </p:txBody>
      </p:sp>
      <p:sp>
        <p:nvSpPr>
          <p:cNvPr id="3" name="evidence-ONE-rule">
            <a:extLst xmlns:a="http://schemas.openxmlformats.org/drawingml/2006/main">
              <a:ext uri="{FF2B5EF4-FFF2-40B4-BE49-F238E27FC236}">
                <a16:creationId xmlns:a16="http://schemas.microsoft.com/office/drawing/2014/main" id="{0FC2C9AF-FDE6-49AC-9B4D-AE1206078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A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evidence-ONE-value">
            <a:extLst xmlns:a="http://schemas.openxmlformats.org/drawingml/2006/main">
              <a:ext uri="{FF2B5EF4-FFF2-40B4-BE49-F238E27FC236}">
                <a16:creationId xmlns:a16="http://schemas.microsoft.com/office/drawing/2014/main" id="{B231D88F-0D01-4531-AE04-E8A73DEAC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73C1AE"/>
                </a:solidFill>
                <a:latin typeface="Manrope"/>
              </a:defRPr>
            </a:pPr>
            <a:r>
              <a:rPr sz="2850">
                <a:solidFill>
                  <a:srgbClr val="73C1AE"/>
                </a:solidFill>
                <a:latin typeface="Manrope"/>
              </a:rPr>
              <a:t>{{VALUE_1}}</a:t>
            </a:r>
          </a:p>
        </p:txBody>
      </p:sp>
      <p:sp>
        <p:nvSpPr>
          <p:cNvPr id="5" name="evidence-ONE-claim">
            <a:extLst xmlns:a="http://schemas.openxmlformats.org/drawingml/2006/main">
              <a:ext uri="{FF2B5EF4-FFF2-40B4-BE49-F238E27FC236}">
                <a16:creationId xmlns:a16="http://schemas.microsoft.com/office/drawing/2014/main" id="{9DCA84E9-A792-4A8F-A96F-7C28884F3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385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FFFFF"/>
                </a:solidFill>
                <a:latin typeface="Manrope"/>
              </a:defRPr>
            </a:pPr>
            <a:r>
              <a:rPr sz="1425">
                <a:solidFill>
                  <a:srgbClr val="FFFFFF"/>
                </a:solidFill>
                <a:latin typeface="Manrope"/>
              </a:rPr>
              <a:t>{{CLAIM_1}}</a:t>
            </a:r>
          </a:p>
        </p:txBody>
      </p:sp>
      <p:sp>
        <p:nvSpPr>
          <p:cNvPr id="6" name="evidence-ONE-source">
            <a:extLst xmlns:a="http://schemas.openxmlformats.org/drawingml/2006/main">
              <a:ext uri="{FF2B5EF4-FFF2-40B4-BE49-F238E27FC236}">
                <a16:creationId xmlns:a16="http://schemas.microsoft.com/office/drawing/2014/main" id="{05D802AA-EAE5-4145-94A8-4FB739A2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B8C4D9"/>
                </a:solidFill>
                <a:latin typeface="IBM Plex Mono"/>
              </a:defRPr>
            </a:pPr>
            <a:r>
              <a:rPr sz="825">
                <a:solidFill>
                  <a:srgbClr val="B8C4D9"/>
                </a:solidFill>
                <a:latin typeface="IBM Plex Mono"/>
              </a:rPr>
              <a:t>{{EVIDENCE_STATUS_ONE}} · {{SOURCE_ONE}}</a:t>
            </a:r>
          </a:p>
        </p:txBody>
      </p:sp>
      <p:sp>
        <p:nvSpPr>
          <p:cNvPr id="7" name="evidence-TWO-rule">
            <a:extLst xmlns:a="http://schemas.openxmlformats.org/drawingml/2006/main">
              <a:ext uri="{FF2B5EF4-FFF2-40B4-BE49-F238E27FC236}">
                <a16:creationId xmlns:a16="http://schemas.microsoft.com/office/drawing/2014/main" id="{CC191A94-EB60-46BA-805A-C05F96921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4790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A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evidence-TWO-value">
            <a:extLst xmlns:a="http://schemas.openxmlformats.org/drawingml/2006/main">
              <a:ext uri="{FF2B5EF4-FFF2-40B4-BE49-F238E27FC236}">
                <a16:creationId xmlns:a16="http://schemas.microsoft.com/office/drawing/2014/main" id="{0CF6BC14-7B30-402B-9891-B0C95DDAC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90800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A070A6"/>
                </a:solidFill>
                <a:latin typeface="Manrope"/>
              </a:defRPr>
            </a:pPr>
            <a:r>
              <a:rPr sz="2850">
                <a:solidFill>
                  <a:srgbClr val="A070A6"/>
                </a:solidFill>
                <a:latin typeface="Manrope"/>
              </a:rPr>
              <a:t>{{VALUE_2}}</a:t>
            </a:r>
          </a:p>
        </p:txBody>
      </p:sp>
      <p:sp>
        <p:nvSpPr>
          <p:cNvPr id="9" name="evidence-TWO-claim">
            <a:extLst xmlns:a="http://schemas.openxmlformats.org/drawingml/2006/main">
              <a:ext uri="{FF2B5EF4-FFF2-40B4-BE49-F238E27FC236}">
                <a16:creationId xmlns:a16="http://schemas.microsoft.com/office/drawing/2014/main" id="{1CB389BD-E19D-4027-A0C6-DAB482F92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385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FFFFF"/>
                </a:solidFill>
                <a:latin typeface="Manrope"/>
              </a:defRPr>
            </a:pPr>
            <a:r>
              <a:rPr sz="1425">
                <a:solidFill>
                  <a:srgbClr val="FFFFFF"/>
                </a:solidFill>
                <a:latin typeface="Manrope"/>
              </a:rPr>
              <a:t>{{CLAIM_2}}</a:t>
            </a:r>
          </a:p>
        </p:txBody>
      </p:sp>
      <p:sp>
        <p:nvSpPr>
          <p:cNvPr id="10" name="evidence-TWO-source">
            <a:extLst xmlns:a="http://schemas.openxmlformats.org/drawingml/2006/main">
              <a:ext uri="{FF2B5EF4-FFF2-40B4-BE49-F238E27FC236}">
                <a16:creationId xmlns:a16="http://schemas.microsoft.com/office/drawing/2014/main" id="{9CF7FAA5-00D2-4C4D-B1E7-2F41CA152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76250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B8C4D9"/>
                </a:solidFill>
                <a:latin typeface="IBM Plex Mono"/>
              </a:defRPr>
            </a:pPr>
            <a:r>
              <a:rPr sz="825">
                <a:solidFill>
                  <a:srgbClr val="B8C4D9"/>
                </a:solidFill>
                <a:latin typeface="IBM Plex Mono"/>
              </a:rPr>
              <a:t>{{EVIDENCE_STATUS_TWO}} · {{SOURCE_TWO}}</a:t>
            </a:r>
          </a:p>
        </p:txBody>
      </p:sp>
      <p:sp>
        <p:nvSpPr>
          <p:cNvPr id="11" name="evidence-THREE-rule">
            <a:extLst xmlns:a="http://schemas.openxmlformats.org/drawingml/2006/main">
              <a:ext uri="{FF2B5EF4-FFF2-40B4-BE49-F238E27FC236}">
                <a16:creationId xmlns:a16="http://schemas.microsoft.com/office/drawing/2014/main" id="{03B06C39-B132-48E1-ABA6-E5152E546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4790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A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evidence-THREE-value">
            <a:extLst xmlns:a="http://schemas.openxmlformats.org/drawingml/2006/main">
              <a:ext uri="{FF2B5EF4-FFF2-40B4-BE49-F238E27FC236}">
                <a16:creationId xmlns:a16="http://schemas.microsoft.com/office/drawing/2014/main" id="{F0D72208-C347-403A-968E-8258109A3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590800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FFF860"/>
                </a:solidFill>
                <a:latin typeface="Manrope"/>
              </a:defRPr>
            </a:pPr>
            <a:r>
              <a:rPr sz="2850">
                <a:solidFill>
                  <a:srgbClr val="FFF860"/>
                </a:solidFill>
                <a:latin typeface="Manrope"/>
              </a:rPr>
              <a:t>{{VALUE_3}}</a:t>
            </a:r>
          </a:p>
        </p:txBody>
      </p:sp>
      <p:sp>
        <p:nvSpPr>
          <p:cNvPr id="13" name="evidence-THREE-claim">
            <a:extLst xmlns:a="http://schemas.openxmlformats.org/drawingml/2006/main">
              <a:ext uri="{FF2B5EF4-FFF2-40B4-BE49-F238E27FC236}">
                <a16:creationId xmlns:a16="http://schemas.microsoft.com/office/drawing/2014/main" id="{7B0BD031-F80B-4E4B-9D4D-2D20AD019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6385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FFFFF"/>
                </a:solidFill>
                <a:latin typeface="Manrope"/>
              </a:defRPr>
            </a:pPr>
            <a:r>
              <a:rPr sz="1425">
                <a:solidFill>
                  <a:srgbClr val="FFFFFF"/>
                </a:solidFill>
                <a:latin typeface="Manrope"/>
              </a:rPr>
              <a:t>{{CLAIM_3}}</a:t>
            </a:r>
          </a:p>
        </p:txBody>
      </p:sp>
      <p:sp>
        <p:nvSpPr>
          <p:cNvPr id="14" name="evidence-THREE-source">
            <a:extLst xmlns:a="http://schemas.openxmlformats.org/drawingml/2006/main">
              <a:ext uri="{FF2B5EF4-FFF2-40B4-BE49-F238E27FC236}">
                <a16:creationId xmlns:a16="http://schemas.microsoft.com/office/drawing/2014/main" id="{5618261F-4260-4065-8510-1FAA854E1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76250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B8C4D9"/>
                </a:solidFill>
                <a:latin typeface="IBM Plex Mono"/>
              </a:defRPr>
            </a:pPr>
            <a:r>
              <a:rPr sz="825">
                <a:solidFill>
                  <a:srgbClr val="B8C4D9"/>
                </a:solidFill>
                <a:latin typeface="IBM Plex Mono"/>
              </a:rPr>
              <a:t>{{EVIDENCE_STATUS_THREE}} · {{SOURCE_THREE}}</a:t>
            </a:r>
          </a:p>
        </p:txBody>
      </p:sp>
      <p:sp>
        <p:nvSpPr>
          <p:cNvPr id="15" name="footer-wordmark-{{FOLIO}}">
            <a:extLst xmlns:a="http://schemas.openxmlformats.org/drawingml/2006/main">
              <a:ext uri="{FF2B5EF4-FFF2-40B4-BE49-F238E27FC236}">
                <a16:creationId xmlns:a16="http://schemas.microsoft.com/office/drawing/2014/main" id="{4FF82409-51D1-4B3C-9C36-47518578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B8C4D9"/>
                </a:solidFill>
                <a:latin typeface="IBM Plex Mono"/>
              </a:defRPr>
            </a:pPr>
            <a:r>
              <a:rPr sz="900" b="1">
                <a:solidFill>
                  <a:srgbClr val="B8C4D9"/>
                </a:solidFill>
                <a:latin typeface="IBM Plex Mono"/>
              </a:rPr>
              <a:t>MASLOW AI</a:t>
            </a:r>
          </a:p>
        </p:txBody>
      </p:sp>
      <p:sp>
        <p:nvSpPr>
          <p:cNvPr id="16" name="footer-folio-{{FOLIO}}">
            <a:extLst xmlns:a="http://schemas.openxmlformats.org/drawingml/2006/main">
              <a:ext uri="{FF2B5EF4-FFF2-40B4-BE49-F238E27FC236}">
                <a16:creationId xmlns:a16="http://schemas.microsoft.com/office/drawing/2014/main" id="{26D94D81-867F-4C2D-A25E-F35004ACA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B8C4D9"/>
                </a:solidFill>
                <a:latin typeface="IBM Plex Mono"/>
              </a:defRPr>
            </a:pPr>
            <a:r>
              <a:rPr sz="825">
                <a:solidFill>
                  <a:srgbClr val="B8C4D9"/>
                </a:solidFill>
                <a:latin typeface="IBM Plex Mono"/>
              </a:rPr>
              <a:t>MASLOW AI · {{FOLIO}}</a:t>
            </a:r>
          </a:p>
        </p:txBody>
      </p:sp>
    </p:spTree>
    <p:extLst>
      <p:ext uri="{BB962C8B-B14F-4D97-AF65-F5344CB8AC3E}">
        <p14:creationId xmlns:p14="http://schemas.microsoft.com/office/powerpoint/2010/main" val="102877335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quote-mark">
            <a:extLst xmlns:a="http://schemas.openxmlformats.org/drawingml/2006/main">
              <a:ext uri="{FF2B5EF4-FFF2-40B4-BE49-F238E27FC236}">
                <a16:creationId xmlns:a16="http://schemas.microsoft.com/office/drawing/2014/main" id="{6F660914-D4DE-41BF-99A2-6926AF07C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971550"/>
            <a:ext cx="152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73C1AE"/>
                </a:solidFill>
                <a:latin typeface="Manrope"/>
              </a:defRPr>
            </a:pPr>
            <a:r>
              <a:rPr sz="6900" b="1">
                <a:solidFill>
                  <a:srgbClr val="73C1AE"/>
                </a:solidFill>
                <a:latin typeface="Manrope"/>
              </a:rPr>
              <a:t>“</a:t>
            </a:r>
          </a:p>
        </p:txBody>
      </p:sp>
      <p:sp>
        <p:nvSpPr>
          <p:cNvPr id="2" name="quote-text">
            <a:extLst xmlns:a="http://schemas.openxmlformats.org/drawingml/2006/main">
              <a:ext uri="{FF2B5EF4-FFF2-40B4-BE49-F238E27FC236}">
                <a16:creationId xmlns:a16="http://schemas.microsoft.com/office/drawing/2014/main" id="{E96CFE13-09E9-4513-A559-B6B6E6EF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66950"/>
            <a:ext cx="9525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92332"/>
                </a:solidFill>
                <a:latin typeface="Manrope"/>
              </a:defRPr>
            </a:pPr>
            <a:r>
              <a:rPr sz="2700" b="1">
                <a:solidFill>
                  <a:srgbClr val="192332"/>
                </a:solidFill>
                <a:latin typeface="Manrope"/>
              </a:rPr>
              <a:t>{{VERIFIED_QUOTE}}</a:t>
            </a:r>
          </a:p>
        </p:txBody>
      </p:sp>
      <p:sp>
        <p:nvSpPr>
          <p:cNvPr id="3" name="quote-attribution">
            <a:extLst xmlns:a="http://schemas.openxmlformats.org/drawingml/2006/main">
              <a:ext uri="{FF2B5EF4-FFF2-40B4-BE49-F238E27FC236}">
                <a16:creationId xmlns:a16="http://schemas.microsoft.com/office/drawing/2014/main" id="{4CE8E4A2-590E-4BC7-A068-DAB49A568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2440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  <a:latin typeface="Manrope"/>
              </a:defRPr>
            </a:pPr>
            <a:r>
              <a:rPr sz="1200">
                <a:solidFill>
                  <a:srgbClr val="666666"/>
                </a:solidFill>
                <a:latin typeface="Manrope"/>
              </a:rPr>
              <a:t>{{ATTRIBUTION}}</a:t>
            </a:r>
          </a:p>
        </p:txBody>
      </p:sp>
      <p:sp>
        <p:nvSpPr>
          <p:cNvPr id="4" name="quote-source">
            <a:extLst xmlns:a="http://schemas.openxmlformats.org/drawingml/2006/main">
              <a:ext uri="{FF2B5EF4-FFF2-40B4-BE49-F238E27FC236}">
                <a16:creationId xmlns:a16="http://schemas.microsoft.com/office/drawing/2014/main" id="{BF3AEC30-8317-45B1-8777-029FB8E23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162550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54C8F"/>
                </a:solidFill>
                <a:latin typeface="IBM Plex Mono"/>
              </a:defRPr>
            </a:pPr>
            <a:r>
              <a:rPr sz="825">
                <a:solidFill>
                  <a:srgbClr val="654C8F"/>
                </a:solidFill>
                <a:latin typeface="IBM Plex Mono"/>
              </a:rPr>
              <a:t>{{EVIDENCE_STATUS}} · {{SOURCE}}</a:t>
            </a:r>
          </a:p>
        </p:txBody>
      </p:sp>
    </p:spTree>
    <p:extLst>
      <p:ext uri="{BB962C8B-B14F-4D97-AF65-F5344CB8AC3E}">
        <p14:creationId xmlns:p14="http://schemas.microsoft.com/office/powerpoint/2010/main" val="2340503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Maslow AI mark" title="Maslow AI mark in navy" descr="Maslow AI mark in navy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43ee19ea54437a"/>
          <a:stretch xmlns:a="http://schemas.openxmlformats.org/drawingml/2006/main"/>
        </p:blipFill>
        <p:spPr>
          <a:xfrm xmlns:a="http://schemas.openxmlformats.org/drawingml/2006/main">
            <a:off x="876300" y="593071"/>
            <a:ext cx="2667000" cy="423582"/>
          </a:xfrm>
          <a:prstGeom xmlns:a="http://schemas.openxmlformats.org/drawingml/2006/main" prst="rect">
            <a:avLst/>
          </a:prstGeom>
        </p:spPr>
      </p:pic>
      <p:sp>
        <p:nvSpPr>
          <p:cNvPr id="2" name="closing-heading">
            <a:extLst xmlns:a="http://schemas.openxmlformats.org/drawingml/2006/main">
              <a:ext uri="{FF2B5EF4-FFF2-40B4-BE49-F238E27FC236}">
                <a16:creationId xmlns:a16="http://schemas.microsoft.com/office/drawing/2014/main" id="{2A634050-E264-4F3F-8414-CAA22E310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33600"/>
            <a:ext cx="1000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92332"/>
                </a:solidFill>
                <a:latin typeface="Manrope"/>
              </a:defRPr>
            </a:pPr>
            <a:r>
              <a:rPr sz="3900" b="1">
                <a:solidFill>
                  <a:srgbClr val="192332"/>
                </a:solidFill>
                <a:latin typeface="Manrope"/>
              </a:rPr>
              <a:t>{{NEXT_ACTION_HEADLINE}}</a:t>
            </a:r>
          </a:p>
        </p:txBody>
      </p:sp>
      <p:sp>
        <p:nvSpPr>
          <p:cNvPr id="3" name="closing-action">
            <a:extLst xmlns:a="http://schemas.openxmlformats.org/drawingml/2006/main">
              <a:ext uri="{FF2B5EF4-FFF2-40B4-BE49-F238E27FC236}">
                <a16:creationId xmlns:a16="http://schemas.microsoft.com/office/drawing/2014/main" id="{23A22B9D-B9A5-425C-A055-959E1AEDB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38600"/>
            <a:ext cx="4000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23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losing-action-label">
            <a:extLst xmlns:a="http://schemas.openxmlformats.org/drawingml/2006/main">
              <a:ext uri="{FF2B5EF4-FFF2-40B4-BE49-F238E27FC236}">
                <a16:creationId xmlns:a16="http://schemas.microsoft.com/office/drawing/2014/main" id="{21FC4445-EEFB-4ACA-9047-88D810F4F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481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IBM Plex Mono"/>
              </a:defRPr>
            </a:pPr>
            <a:r>
              <a:rPr sz="1200" b="1">
                <a:solidFill>
                  <a:srgbClr val="FFFFFF"/>
                </a:solidFill>
                <a:latin typeface="IBM Plex Mono"/>
              </a:rPr>
              <a:t>{{CTA_LABEL}}</a:t>
            </a:r>
          </a:p>
        </p:txBody>
      </p:sp>
      <p:sp>
        <p:nvSpPr>
          <p:cNvPr id="5" name="closing-action-signal">
            <a:extLst xmlns:a="http://schemas.openxmlformats.org/drawingml/2006/main">
              <a:ext uri="{FF2B5EF4-FFF2-40B4-BE49-F238E27FC236}">
                <a16:creationId xmlns:a16="http://schemas.microsoft.com/office/drawing/2014/main" id="{8FB60E6E-F4FA-48E9-8F27-A9C42E9AD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8630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7B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losing-contact">
            <a:extLst xmlns:a="http://schemas.openxmlformats.org/drawingml/2006/main">
              <a:ext uri="{FF2B5EF4-FFF2-40B4-BE49-F238E27FC236}">
                <a16:creationId xmlns:a16="http://schemas.microsoft.com/office/drawing/2014/main" id="{D043A3E9-F40F-4C73-A401-98744FE86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IBM Plex Mono"/>
              </a:defRPr>
            </a:pPr>
            <a:r>
              <a:rPr sz="975">
                <a:solidFill>
                  <a:srgbClr val="666666"/>
                </a:solidFill>
                <a:latin typeface="IBM Plex Mono"/>
              </a:rPr>
              <a:t>{{CONTACT}}</a:t>
            </a:r>
          </a:p>
        </p:txBody>
      </p:sp>
      <p:sp>
        <p:nvSpPr>
          <p:cNvPr id="7" name="footer-wordmark-{{FOLIO}}">
            <a:extLst xmlns:a="http://schemas.openxmlformats.org/drawingml/2006/main">
              <a:ext uri="{FF2B5EF4-FFF2-40B4-BE49-F238E27FC236}">
                <a16:creationId xmlns:a16="http://schemas.microsoft.com/office/drawing/2014/main" id="{A97EBE9E-852B-4921-A9C6-4C508BC0A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A5A5A5"/>
                </a:solidFill>
                <a:latin typeface="IBM Plex Mono"/>
              </a:defRPr>
            </a:pPr>
            <a:r>
              <a:rPr sz="900" b="1">
                <a:solidFill>
                  <a:srgbClr val="A5A5A5"/>
                </a:solidFill>
                <a:latin typeface="IBM Plex Mono"/>
              </a:rPr>
              <a:t>MASLOW AI</a:t>
            </a:r>
          </a:p>
        </p:txBody>
      </p:sp>
      <p:sp>
        <p:nvSpPr>
          <p:cNvPr id="8" name="footer-folio-{{FOLIO}}">
            <a:extLst xmlns:a="http://schemas.openxmlformats.org/drawingml/2006/main">
              <a:ext uri="{FF2B5EF4-FFF2-40B4-BE49-F238E27FC236}">
                <a16:creationId xmlns:a16="http://schemas.microsoft.com/office/drawing/2014/main" id="{9F98C0B3-0D3B-41CE-BFA8-5FC72743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A5A5A5"/>
                </a:solidFill>
                <a:latin typeface="IBM Plex Mono"/>
              </a:defRPr>
            </a:pPr>
            <a:r>
              <a:rPr sz="825">
                <a:solidFill>
                  <a:srgbClr val="A5A5A5"/>
                </a:solidFill>
                <a:latin typeface="IBM Plex Mono"/>
              </a:rPr>
              <a:t>MASLOW AI · {{FOLIO}}</a:t>
            </a:r>
          </a:p>
        </p:txBody>
      </p:sp>
    </p:spTree>
    <p:extLst>
      <p:ext uri="{BB962C8B-B14F-4D97-AF65-F5344CB8AC3E}">
        <p14:creationId xmlns:p14="http://schemas.microsoft.com/office/powerpoint/2010/main" val="1881869952"/>
      </p:ext>
    </p:extLst>
  </p:cSld>
</p:sld>
</file>

<file path=ppt/theme/theme1.xml><?xml version="1.0" encoding="utf-8"?>
<a:theme xmlns:a="http://schemas.openxmlformats.org/drawingml/2006/main" name="ChatGPT">
  <a:themeElements>
    <a:clrScheme name="Maslow Brand OS 1.0.1">
      <a:dk1>
        <a:srgbClr val="333333"/>
      </a:dk1>
      <a:lt1>
        <a:srgbClr val="FFFFFF"/>
      </a:lt1>
      <a:dk2>
        <a:srgbClr val="121D35"/>
      </a:dk2>
      <a:lt2>
        <a:srgbClr val="E1E1E1"/>
      </a:lt2>
      <a:accent1>
        <a:srgbClr val="192332"/>
      </a:accent1>
      <a:accent2>
        <a:srgbClr val="73C1AE"/>
      </a:accent2>
      <a:accent3>
        <a:srgbClr val="654C8F"/>
      </a:accent3>
      <a:accent4>
        <a:srgbClr val="EBA93D"/>
      </a:accent4>
      <a:accent5>
        <a:srgbClr val="EE7BB3"/>
      </a:accent5>
      <a:accent6>
        <a:srgbClr val="FFF860"/>
      </a:accent6>
      <a:hlink>
        <a:srgbClr val="9D4B8E"/>
      </a:hlink>
      <a:folHlink>
        <a:srgbClr val="654C8F"/>
      </a:folHlink>
    </a:clrScheme>
    <a:fontScheme name="Office">
      <a:majorFont>
        <a:latin typeface="Manrope"/>
        <a:ea typeface="Calibri Light"/>
        <a:cs typeface="Calibri Light"/>
      </a:majorFont>
      <a:minorFont>
        <a:latin typeface="Manrope"/>
        <a:ea typeface="Calibri"/>
        <a:cs typeface="Calibri"/>
      </a:minorFont>
    </a:fontScheme>
    <a:fmtScheme name="Maslow Brand OS 1.0.1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2026-08-20T00:20:20.7340000Z</dcterms:created>
  <dcterms:modified xsi:type="dcterms:W3CDTF">2026-08-20T00:20:20.7340000Z</dcterms:modified>
</coreProperties>
</file>